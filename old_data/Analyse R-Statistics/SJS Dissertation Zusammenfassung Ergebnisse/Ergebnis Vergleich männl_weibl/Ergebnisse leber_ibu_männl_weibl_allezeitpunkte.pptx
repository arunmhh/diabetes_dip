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379396-DC34-F4B4-32EA-E23FD7BB59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D3606CC-12B4-C9DE-9373-F6091B8F3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8871CA-0F29-5C3B-CE45-FA865B9B8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822F2-0D5D-4516-9873-183D44F72084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4D0CD7-975E-741B-15E4-4C29D3B6D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454234-4F0D-3A85-EC0C-125170304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CDD3-44CE-489D-92B6-9088B9BE0A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085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2C995-0F6B-4673-F893-698A4EBA7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2E8FE0-E024-D0F4-A123-280D1D309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28F16B-6F39-015D-FF27-30EE7237E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822F2-0D5D-4516-9873-183D44F72084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FCF769-51C9-03E3-A2D5-2EB8AC700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D828B6-5815-108F-A4FC-E9BD0C7F2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CDD3-44CE-489D-92B6-9088B9BE0A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4614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444BA-9DDE-AEE0-1D24-ADF04D933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C72EEA-A045-2520-8791-D27B9E670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5BED02-0FE1-4807-AADE-604F8E74A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822F2-0D5D-4516-9873-183D44F72084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F75F99-88FD-E6DB-C80E-1B666D145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D0B681-C79B-84BB-5F6A-7B16EADB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CDD3-44CE-489D-92B6-9088B9BE0A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1943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945A55-1217-5D77-0272-68AFBEC14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E87685-8F10-CB31-FFB7-BEE32EB19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20EA3C4-1A25-CC15-1606-C9140F6E4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7F7F539-6E2C-2FBE-EF24-BC5CB5E73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822F2-0D5D-4516-9873-183D44F72084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283BA37-DF5D-5EE9-AFF4-5B4D54EC8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1B5F13-DBC7-A18D-C70F-902462FBA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CDD3-44CE-489D-92B6-9088B9BE0A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464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9D9E54-6CC4-A4F8-ADAB-F7742D45C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8DAB89-3C4B-7D3D-1169-10529B157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AB29E85-AD8F-D143-157D-927F100FC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22509C2-7B09-0FE4-F48E-ABDDC3BD4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F7A9E45-E23D-C717-1EB0-D3F7218D71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CD6DF68-97B6-BB88-D633-5FC763741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822F2-0D5D-4516-9873-183D44F72084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9884DDC-4695-9695-47A1-481F5F86C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9795CBF-C279-A13E-3B92-43474E173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CDD3-44CE-489D-92B6-9088B9BE0A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086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B110DC-47A6-638F-094C-D315E8300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5CFE7ED-6C7F-430E-2C2D-EC5C0E5A1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822F2-0D5D-4516-9873-183D44F72084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E2918E-16E0-ECF4-CE2F-1E12AC75F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CE6F1CD-4A93-1A31-0848-118CA5112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CDD3-44CE-489D-92B6-9088B9BE0A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6693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8F97BC-F0AC-52B2-D556-900A1F4CA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822F2-0D5D-4516-9873-183D44F72084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461975C-6225-675F-7FEA-127FD1DC1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4D3799-1CE8-F0CA-F240-99D666FD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CDD3-44CE-489D-92B6-9088B9BE0A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4324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CE5C78-73E0-BB12-A533-C37D86921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6D0AE0-6554-94EF-12FF-69F8284CD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F2820F-93BE-7100-3F95-BB4C2C8F1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A48F96C-907B-A437-A74B-8C0246892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822F2-0D5D-4516-9873-183D44F72084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38BB819-A260-7125-7BAA-8573A56CC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1DF2BF5-9B9B-68C7-1756-33049FB59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CDD3-44CE-489D-92B6-9088B9BE0A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3177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F0D47F-8C1E-9690-6D1C-07859101B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77BE0A1-D602-EC3F-1868-BB2976A868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7702EAB-BC0C-8472-7A48-344D47694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EB28727-AA18-44C5-3547-4F1AD13F6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822F2-0D5D-4516-9873-183D44F72084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C0BAA4B-350A-7D9D-6DE1-F32C534F1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105A84E-B6A8-7857-5997-3AB43EC5F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CDD3-44CE-489D-92B6-9088B9BE0A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0823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010874-9AA3-82A2-DE54-E1C43FADD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CA533E-AA18-052E-6C23-744BA498AD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ACA0BC-C447-5F71-6F0C-9284DD7B9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822F2-0D5D-4516-9873-183D44F72084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452D45-770C-933C-6E18-7459AB705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FF55A5-252B-C479-9AAC-E9E175533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CDD3-44CE-489D-92B6-9088B9BE0A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6306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3BFFDC2-1E88-1037-AEC6-7316B78440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7A09C83-8BD8-E5FE-5539-56AD1CBC4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021197-FEF2-468E-131F-26C9F2F07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822F2-0D5D-4516-9873-183D44F72084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E74E61-5571-25A6-AF46-99D93B03E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BEB5E5-29AA-075D-BA04-7F2B9DC3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ACDD3-44CE-489D-92B6-9088B9BE0A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7715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C40D590-13DE-D684-2F58-2EA5E3DEA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41E35DF-A6FD-25F7-AADC-24866C9AC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AD7013-1BA1-4EC2-9684-4C3CCABE04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822F2-0D5D-4516-9873-183D44F72084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C5E705-6F96-106D-571E-F861D7E6A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E012C8-E0A9-E18D-6E3F-91C2D1B0C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ACDD3-44CE-489D-92B6-9088B9BE0A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8939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B4B56F1E-CF3A-3AE8-D6E5-B183E1D1F789}"/>
              </a:ext>
            </a:extLst>
          </p:cNvPr>
          <p:cNvSpPr txBox="1"/>
          <p:nvPr/>
        </p:nvSpPr>
        <p:spPr>
          <a:xfrm>
            <a:off x="1557068" y="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ALT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CCC139E-C63B-D642-09B3-B0D37839E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136" y="0"/>
            <a:ext cx="6791864" cy="112395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5FD790C-1186-509F-4210-C601A540E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1975"/>
            <a:ext cx="5339751" cy="3295751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4BB93D8-2836-AE78-78E1-66868822F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977" y="1123950"/>
            <a:ext cx="5339751" cy="329575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E473531-7FB5-F6D3-45D4-BE78773DFF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3992" y="4292834"/>
            <a:ext cx="4447546" cy="256516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00A4115D-7378-BE50-292D-B819DDD285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462" y="3862261"/>
            <a:ext cx="5169289" cy="299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17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169AB26-356F-9CB6-2A60-BDA8F61341E6}"/>
              </a:ext>
            </a:extLst>
          </p:cNvPr>
          <p:cNvSpPr txBox="1"/>
          <p:nvPr/>
        </p:nvSpPr>
        <p:spPr>
          <a:xfrm>
            <a:off x="1557068" y="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AST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5344CB55-E411-949D-9EB4-A0FB608C5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6938"/>
              </p:ext>
            </p:extLst>
          </p:nvPr>
        </p:nvGraphicFramePr>
        <p:xfrm>
          <a:off x="6383546" y="21252"/>
          <a:ext cx="5808455" cy="1003935"/>
        </p:xfrm>
        <a:graphic>
          <a:graphicData uri="http://schemas.openxmlformats.org/drawingml/2006/table">
            <a:tbl>
              <a:tblPr/>
              <a:tblGrid>
                <a:gridCol w="1161691">
                  <a:extLst>
                    <a:ext uri="{9D8B030D-6E8A-4147-A177-3AD203B41FA5}">
                      <a16:colId xmlns:a16="http://schemas.microsoft.com/office/drawing/2014/main" val="392591238"/>
                    </a:ext>
                  </a:extLst>
                </a:gridCol>
                <a:gridCol w="1161691">
                  <a:extLst>
                    <a:ext uri="{9D8B030D-6E8A-4147-A177-3AD203B41FA5}">
                      <a16:colId xmlns:a16="http://schemas.microsoft.com/office/drawing/2014/main" val="2441981889"/>
                    </a:ext>
                  </a:extLst>
                </a:gridCol>
                <a:gridCol w="1161691">
                  <a:extLst>
                    <a:ext uri="{9D8B030D-6E8A-4147-A177-3AD203B41FA5}">
                      <a16:colId xmlns:a16="http://schemas.microsoft.com/office/drawing/2014/main" val="3517375020"/>
                    </a:ext>
                  </a:extLst>
                </a:gridCol>
                <a:gridCol w="1161691">
                  <a:extLst>
                    <a:ext uri="{9D8B030D-6E8A-4147-A177-3AD203B41FA5}">
                      <a16:colId xmlns:a16="http://schemas.microsoft.com/office/drawing/2014/main" val="1799422202"/>
                    </a:ext>
                  </a:extLst>
                </a:gridCol>
                <a:gridCol w="1161691">
                  <a:extLst>
                    <a:ext uri="{9D8B030D-6E8A-4147-A177-3AD203B41FA5}">
                      <a16:colId xmlns:a16="http://schemas.microsoft.com/office/drawing/2014/main" val="38651982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623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0.8423635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1.609040e-09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111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7257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0.8053557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1.294288e-07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62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219032"/>
                  </a:ext>
                </a:extLst>
              </a:tr>
            </a:tbl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3FE4870C-5BD4-75B9-1E82-0A6A78479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304" y="523219"/>
            <a:ext cx="5255285" cy="324361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35770EE-5F55-526A-EEF5-07132C8AC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020" y="1025187"/>
            <a:ext cx="4929455" cy="304251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F6DBFAA-45AD-9CB3-1B52-2E17C0F4D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925" y="3930846"/>
            <a:ext cx="4742550" cy="292715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F64BE77-46F2-8F8B-8C7A-4432CCB938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11330"/>
            <a:ext cx="5098211" cy="314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132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E3F3A759-BA23-AB7A-692D-29F745AD5EC3}"/>
              </a:ext>
            </a:extLst>
          </p:cNvPr>
          <p:cNvSpPr txBox="1"/>
          <p:nvPr/>
        </p:nvSpPr>
        <p:spPr>
          <a:xfrm>
            <a:off x="1557068" y="0"/>
            <a:ext cx="3963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quick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541FDD4-FF8F-4B12-A597-F48D9E506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468" y="0"/>
            <a:ext cx="6291532" cy="113347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EE05D71-004C-B42D-45F3-B31BC97C7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1"/>
            <a:ext cx="5693262" cy="351394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AF09003B-FC9C-2B30-ECAB-678D9C36E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90" y="4010840"/>
            <a:ext cx="4612947" cy="284716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7A4ADD1-78AA-FA94-4CF8-5CB56191B2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6010" y="4010840"/>
            <a:ext cx="4607099" cy="284716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BAA913A5-F8BA-77BA-37B6-060C316D9B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5804" y="1133475"/>
            <a:ext cx="4804593" cy="285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87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161B405-C30F-0C18-E437-89937CFF5E1E}"/>
              </a:ext>
            </a:extLst>
          </p:cNvPr>
          <p:cNvSpPr txBox="1"/>
          <p:nvPr/>
        </p:nvSpPr>
        <p:spPr>
          <a:xfrm>
            <a:off x="1557068" y="0"/>
            <a:ext cx="3963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INR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0736CD2-D8FC-037B-273E-368C9E4FC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543" y="0"/>
            <a:ext cx="6593457" cy="113347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0B855FA-2848-BCBB-04A3-EE39395E8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5343851" cy="329828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A73607C-62E5-0F84-7A3C-5114D7A71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034" y="4028536"/>
            <a:ext cx="4584276" cy="282946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620CCED-32CE-B53A-AEA2-D2307EE2D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1518" y="1147480"/>
            <a:ext cx="4835734" cy="282597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DC68AFF-FEF0-C1F8-B621-A6CC0D2C78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210" y="3805259"/>
            <a:ext cx="4939757" cy="305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703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BE38F1EE-534A-FAC0-E849-71C73A866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521" y="0"/>
            <a:ext cx="6731479" cy="111442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D95CCE5-9B02-71A0-95E5-DC0B57494ED7}"/>
              </a:ext>
            </a:extLst>
          </p:cNvPr>
          <p:cNvSpPr txBox="1"/>
          <p:nvPr/>
        </p:nvSpPr>
        <p:spPr>
          <a:xfrm>
            <a:off x="1557068" y="0"/>
            <a:ext cx="3963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err="1"/>
              <a:t>Leucocytes</a:t>
            </a:r>
            <a:endParaRPr lang="de-DE" sz="28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76F3C51-04E0-4A3F-94DC-DF5172792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5"/>
            <a:ext cx="5158596" cy="3183941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134DB51-ACEC-459D-F72A-2728DF827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155" y="3869950"/>
            <a:ext cx="4841216" cy="29880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414DD34-FD49-E862-8A89-41FD2FCF9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6626" y="1114425"/>
            <a:ext cx="4717257" cy="2753403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9558D63-8ACF-C9ED-83B4-94AD18F381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851" y="3822030"/>
            <a:ext cx="4918855" cy="303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57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B0060139-5DB8-F04A-E942-5F3D324C002D}"/>
              </a:ext>
            </a:extLst>
          </p:cNvPr>
          <p:cNvSpPr txBox="1"/>
          <p:nvPr/>
        </p:nvSpPr>
        <p:spPr>
          <a:xfrm>
            <a:off x="1557068" y="0"/>
            <a:ext cx="3963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GGT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F1643D9-E3AD-A842-F494-FD61C1B0B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102" y="0"/>
            <a:ext cx="6998898" cy="11239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8F77DDE-E2CC-0052-3D21-D042857A6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5193102" cy="320523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66A862F-6DA7-33C1-6EBB-E094FDFEE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673" y="3661247"/>
            <a:ext cx="5193102" cy="320523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9F9883A-8A6F-75C7-23F8-00F8362040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0528" y="3835392"/>
            <a:ext cx="4890998" cy="302260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6E1101E-B640-1F48-9BF3-3BB780ABC8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7946" y="1123950"/>
            <a:ext cx="4353105" cy="269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282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BA3179E-6546-F2B6-BBF0-6F9B80949AAF}"/>
              </a:ext>
            </a:extLst>
          </p:cNvPr>
          <p:cNvSpPr txBox="1"/>
          <p:nvPr/>
        </p:nvSpPr>
        <p:spPr>
          <a:xfrm>
            <a:off x="1557068" y="0"/>
            <a:ext cx="3963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LDH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FFD82D6-A48E-5EAC-4395-031F6D252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894" y="0"/>
            <a:ext cx="6740106" cy="119062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4962B8C-9FC3-F589-6467-85CFB4A9F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5451894" cy="336496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DC76B5F-3450-8511-F7E9-07D4D4B47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5252" y="1190625"/>
            <a:ext cx="4906453" cy="302831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A0437EE2-8FE0-626F-BE48-82CDFA1CE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0558" y="4037162"/>
            <a:ext cx="4807719" cy="2834798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2446E7C6-58C0-10E2-D4CF-E285406C83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3843948"/>
            <a:ext cx="4986068" cy="302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380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C8733914-804A-BA82-68EF-3640061B12BC}"/>
              </a:ext>
            </a:extLst>
          </p:cNvPr>
          <p:cNvSpPr txBox="1"/>
          <p:nvPr/>
        </p:nvSpPr>
        <p:spPr>
          <a:xfrm>
            <a:off x="1557068" y="0"/>
            <a:ext cx="3963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HB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8643C98-B41F-CD5C-91C2-47A756617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906" y="0"/>
            <a:ext cx="6671094" cy="113347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8B09D38-93B4-582C-19C5-3C78A8315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5520906" cy="340756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169D03F-A6AB-E9DD-16E5-52C7EEA02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648" y="1133475"/>
            <a:ext cx="4936107" cy="304661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8A926D39-1826-75CC-1410-1695EABCE4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092" y="4063042"/>
            <a:ext cx="4709373" cy="277352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14D8655-7F6A-45D0-9798-8EBDCBBFA0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246" y="3861076"/>
            <a:ext cx="4855592" cy="299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829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3FDC7DE3-B58D-93E3-1BB4-C1158619A976}"/>
              </a:ext>
            </a:extLst>
          </p:cNvPr>
          <p:cNvSpPr txBox="1"/>
          <p:nvPr/>
        </p:nvSpPr>
        <p:spPr>
          <a:xfrm>
            <a:off x="1557068" y="0"/>
            <a:ext cx="3963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Total </a:t>
            </a:r>
            <a:r>
              <a:rPr lang="de-DE" sz="2800" dirty="0" err="1"/>
              <a:t>bilirubin</a:t>
            </a:r>
            <a:endParaRPr lang="de-DE" sz="28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B41BF50-3BB1-DC7B-EB75-D0DBC23EA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906" y="0"/>
            <a:ext cx="6671094" cy="112395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A0AB67E-E332-B6FD-29B5-9225715B7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460" y="1123950"/>
            <a:ext cx="5087608" cy="314012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A117E41-D545-3719-DEAA-32826A29A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2618" y="4090576"/>
            <a:ext cx="4483759" cy="276742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4919446-F0D8-A03A-BABB-C4A1CBEB09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452" y="3916392"/>
            <a:ext cx="4765971" cy="294160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6AD2F62-F46D-58C1-363F-CEDFC62063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41475"/>
            <a:ext cx="5382883" cy="332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960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A8A11BB4-DF76-E369-22B6-56A07DB3106E}"/>
              </a:ext>
            </a:extLst>
          </p:cNvPr>
          <p:cNvSpPr txBox="1"/>
          <p:nvPr/>
        </p:nvSpPr>
        <p:spPr>
          <a:xfrm>
            <a:off x="1557068" y="0"/>
            <a:ext cx="3963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AP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961177-1819-0300-8CF7-3D89A38FC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906" y="0"/>
            <a:ext cx="6671094" cy="112395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22BDAD4-D133-24D0-D66F-A8F32200B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1975"/>
            <a:ext cx="5520906" cy="340756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FBEAE8A-4B1F-76D1-EA56-5A6BDF304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878" y="1123950"/>
            <a:ext cx="4906453" cy="302831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1CB97B7-39E7-6635-760D-4684642F57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683" y="3994738"/>
            <a:ext cx="4639034" cy="286326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2E4C3E1-07A2-7C4C-2714-17872207E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75" y="3994737"/>
            <a:ext cx="4639034" cy="286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351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2B3B1DE2-5DFD-5C61-D38F-4D1B2D3CB9C6}"/>
              </a:ext>
            </a:extLst>
          </p:cNvPr>
          <p:cNvSpPr txBox="1"/>
          <p:nvPr/>
        </p:nvSpPr>
        <p:spPr>
          <a:xfrm>
            <a:off x="1557068" y="0"/>
            <a:ext cx="3963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err="1"/>
              <a:t>Creatinine</a:t>
            </a:r>
            <a:endParaRPr lang="de-DE" sz="28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292A4B1-A164-AD4E-46A6-B4579CF8F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113347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78507FE-A357-38F4-E73A-C2EE452CA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5900468" cy="3641832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CB0ADBFB-22E3-07E2-09F3-EE5A4A424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7947" y="3919886"/>
            <a:ext cx="4755940" cy="293811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E5A78DD-4C40-D8B9-EB37-33CE53574F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925" y="1133475"/>
            <a:ext cx="4674797" cy="275081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D84F606-4029-E078-3280-11EDB9FDC7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86" y="4131265"/>
            <a:ext cx="4420318" cy="272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141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C15C83D-A4FF-278E-3953-A79CA0275642}"/>
              </a:ext>
            </a:extLst>
          </p:cNvPr>
          <p:cNvSpPr txBox="1"/>
          <p:nvPr/>
        </p:nvSpPr>
        <p:spPr>
          <a:xfrm>
            <a:off x="1557068" y="0"/>
            <a:ext cx="3963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CRP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3800561-27E5-877F-84F8-D17FC590F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422" y="0"/>
            <a:ext cx="6567577" cy="109537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9EBFBA7-F68A-A91D-8AE5-BA36D550A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7687"/>
            <a:ext cx="5451894" cy="336496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EDB8D30-9673-89D6-04AA-7F18C1F42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6084" y="3912654"/>
            <a:ext cx="4774710" cy="294534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5098E19-46D8-2C26-8E9E-F109C6E859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4395" y="1127719"/>
            <a:ext cx="4798093" cy="278493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55F8357-8970-E7B0-3C00-AEF09F6685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512" y="3912654"/>
            <a:ext cx="4774710" cy="294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58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FB422ED-F286-D4F7-127F-3C8A91AFEE53}"/>
              </a:ext>
            </a:extLst>
          </p:cNvPr>
          <p:cNvSpPr txBox="1"/>
          <p:nvPr/>
        </p:nvSpPr>
        <p:spPr>
          <a:xfrm>
            <a:off x="1557068" y="0"/>
            <a:ext cx="3963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Urea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E41CA7F-6D7B-9F60-64C0-0D424E03A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111442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3BAAB4B-BAF1-872B-5974-39AEE47BB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8510"/>
            <a:ext cx="5917721" cy="365248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9301379-F8BF-286D-73C8-3D0B652FAF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0912" y="3854556"/>
            <a:ext cx="4868893" cy="300344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CAC8222-2635-9CFC-A955-0FAAB0ED12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7963" y="1114424"/>
            <a:ext cx="4695078" cy="274013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7EB6A33-4C77-4DC1-86ED-E9E4E9F707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82" y="4026787"/>
            <a:ext cx="4589688" cy="283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32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9420754-0E5C-6957-FA50-D7C894AF0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1171575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14052464-65F5-078C-8D25-A18AAE46486E}"/>
              </a:ext>
            </a:extLst>
          </p:cNvPr>
          <p:cNvSpPr txBox="1"/>
          <p:nvPr/>
        </p:nvSpPr>
        <p:spPr>
          <a:xfrm>
            <a:off x="1557068" y="0"/>
            <a:ext cx="3963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err="1"/>
              <a:t>Thrombocytes</a:t>
            </a:r>
            <a:endParaRPr lang="de-DE" sz="28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08CB1EE-2A7A-C539-AC2B-A63C9AF30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5891842" cy="363650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27D13A4-2251-97EF-6379-26EE45762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828" y="4011283"/>
            <a:ext cx="4614822" cy="284671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47899FF-639B-9A83-B84C-D8A0C683CE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11" y="4088694"/>
            <a:ext cx="4489331" cy="276930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6376F7A-CAC4-3FAB-E46B-B260A6F181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828" y="1171576"/>
            <a:ext cx="4515978" cy="278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469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CB4BA18-18A5-77A6-5247-FA05E1657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336" y="0"/>
            <a:ext cx="6334664" cy="89535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B5E7E036-98A8-0610-E014-BAF702A73FAB}"/>
              </a:ext>
            </a:extLst>
          </p:cNvPr>
          <p:cNvSpPr txBox="1"/>
          <p:nvPr/>
        </p:nvSpPr>
        <p:spPr>
          <a:xfrm>
            <a:off x="1557068" y="0"/>
            <a:ext cx="3963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 err="1"/>
              <a:t>Hematokrit</a:t>
            </a:r>
            <a:endParaRPr lang="de-DE" sz="28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D611A3B-89CF-8578-89C6-AFD071956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7675"/>
            <a:ext cx="5520906" cy="3407562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84B3DE2A-1193-390B-206C-2346E841E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096" y="895351"/>
            <a:ext cx="5288710" cy="326241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221A2B8-968B-FF81-6169-02B2369F87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4045" y="3960258"/>
            <a:ext cx="4963333" cy="289774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9FCCD23-32A6-54B9-BC6A-8017FD0B41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22" y="3796299"/>
            <a:ext cx="4963333" cy="306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017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B9AA158-8147-9AF8-5E9B-DECE640B3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698" y="0"/>
            <a:ext cx="6412302" cy="1209675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FD668F59-A1E6-F9A7-0681-C664DEA251BF}"/>
              </a:ext>
            </a:extLst>
          </p:cNvPr>
          <p:cNvSpPr txBox="1"/>
          <p:nvPr/>
        </p:nvSpPr>
        <p:spPr>
          <a:xfrm>
            <a:off x="1557068" y="0"/>
            <a:ext cx="3963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Potassium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01E60CF-BC5B-BD52-94AA-4427B7406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5348377" cy="330107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FC290ED-AF88-2DB2-264B-4C1F67B08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28" y="3818859"/>
            <a:ext cx="4926761" cy="303914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F3091F8-4C39-1418-D671-EDFE847EF6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090" y="1209676"/>
            <a:ext cx="4568765" cy="282347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C912E35-C7F9-4A51-4C15-E89AF121DE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1902" y="3931666"/>
            <a:ext cx="4858019" cy="290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5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3F503C8A-C1BA-67B3-B649-BE4AA1581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709" y="0"/>
            <a:ext cx="6343291" cy="115252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63FFC51-E257-D086-D09B-2CFD9F8EB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5520906" cy="340756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F404EBB-9213-AC14-0DF2-A3387931D25F}"/>
              </a:ext>
            </a:extLst>
          </p:cNvPr>
          <p:cNvSpPr txBox="1"/>
          <p:nvPr/>
        </p:nvSpPr>
        <p:spPr>
          <a:xfrm>
            <a:off x="1557068" y="0"/>
            <a:ext cx="3963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Calcium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B48CE2D-4546-CBE0-BBBB-A89CF40C6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211" y="3930783"/>
            <a:ext cx="4736645" cy="292721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733053D-CB50-E059-F73C-3CF348E3B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1157" y="1152525"/>
            <a:ext cx="4776653" cy="277825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81485C3-C4D1-AAA6-95F5-D3B1117484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190" y="3906980"/>
            <a:ext cx="4736645" cy="292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510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Breitbild</PresentationFormat>
  <Paragraphs>37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8</cp:revision>
  <dcterms:created xsi:type="dcterms:W3CDTF">2024-09-24T17:00:58Z</dcterms:created>
  <dcterms:modified xsi:type="dcterms:W3CDTF">2024-09-26T18:40:22Z</dcterms:modified>
</cp:coreProperties>
</file>