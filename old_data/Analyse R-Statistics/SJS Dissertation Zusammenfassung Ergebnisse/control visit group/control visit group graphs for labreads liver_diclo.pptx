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6CA6C9-47CA-DF40-40B4-2EA6A8547E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1DA2EA1-15D9-B2FC-8A6A-06E188C5A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A2FD1F-13BB-3E06-9062-3E97523DF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50D5E-DB8D-4052-AEF7-64FF43A7624F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0B793C-396E-D117-F5D8-77CF761E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2A85B5-F8F7-E6C5-2EDE-F59DAF47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EA446-4DDF-4F08-8775-7DFB42863D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8483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D53A3C-3506-A33C-BAD6-D91A22A47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262E9B-7A27-D4CD-DD9C-92B6A35FB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398D15-4474-7743-9AB8-FB28DD6CD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50D5E-DB8D-4052-AEF7-64FF43A7624F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D55A9F-FEA1-05A0-80EB-7B5521516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DD187A-CD12-DC9E-FE3D-ADF37CFAF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EA446-4DDF-4F08-8775-7DFB42863D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3337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6645A9-49E1-2EE5-B161-EA9D9786B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92E38D7-361E-5B59-079E-FD2A4C5FC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B51EAA-485C-F9F2-6D70-FFB793E67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50D5E-DB8D-4052-AEF7-64FF43A7624F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78D96C-E28A-3E3E-F9C6-3AE0A882A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14CE1A-0D93-E329-2C01-A4B23B586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EA446-4DDF-4F08-8775-7DFB42863D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1562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C3AEDA-7838-1C01-FB17-FDD1986B1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03A040-2CA7-89B1-296D-91F37BD367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17E0DCF-BCB1-08BA-FD8C-BC0D6DD52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0211E05-151D-1B47-6EA7-8CEDE1424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50D5E-DB8D-4052-AEF7-64FF43A7624F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A751603-2C6C-42CE-CCE5-9D0A7DB54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1F35A1-CD49-3969-4BC5-70C6AC3C5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EA446-4DDF-4F08-8775-7DFB42863D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0960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9CA5B1-3E14-9211-15F8-AE9348A0F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EC26BF-EE09-E6EB-1350-E524F8141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7C2AF17-6A8C-A529-9C25-FA7A0FD7FB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C7B82DF-04C1-2B9D-12BF-DA6FFBFF75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6ECF926-C17F-2F13-F9CE-6FF7CFBAB8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6E0F232-3759-D38F-943E-76E1393DF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50D5E-DB8D-4052-AEF7-64FF43A7624F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F0EB11B-9203-193A-FB9F-FBDED3E31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6D3304F-1A18-524C-5CD1-F77DFF808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EA446-4DDF-4F08-8775-7DFB42863D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6392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0DA0E-985C-1086-D87F-F0F5DC30F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AB7A8F8-49DF-2A75-846C-B507E7C32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50D5E-DB8D-4052-AEF7-64FF43A7624F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EE54DE2-2267-CEFC-93B6-45DFFF4C0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7A20A91-1978-846E-B414-1B94FAFA3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EA446-4DDF-4F08-8775-7DFB42863D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4552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639B5C5-3562-F829-1984-048FACF23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50D5E-DB8D-4052-AEF7-64FF43A7624F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43D02C4-B4DA-3697-2E86-517B10C86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2EEC2D-4826-546A-7D18-7A3FD6C06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EA446-4DDF-4F08-8775-7DFB42863D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3345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2EB9FF-FBF0-4368-14C7-F0EA37347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CBFA20-9EB2-5979-C414-A1C1B3E37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3C42109-198B-AC0F-1732-F66CB6025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464FCC-AC6D-148F-5A4D-50EE2489A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50D5E-DB8D-4052-AEF7-64FF43A7624F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691CD3-4A71-700C-3868-5F91C5E67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A703B40-7DAB-F365-9BA5-CC85D0AAD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EA446-4DDF-4F08-8775-7DFB42863D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963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77479B-2414-D375-4617-1EB192FB7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6C9A4BD-8087-7EB9-95B6-F12747D536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DBF48B7-22AD-E190-40BD-4AC45EECB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07AFA79-81E1-6CDD-8C78-1FCFDC5FD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50D5E-DB8D-4052-AEF7-64FF43A7624F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2EB8AE-C3DA-2EE6-7563-95AF02283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41D681-CDB9-7339-8404-1FF65B485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EA446-4DDF-4F08-8775-7DFB42863D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1959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EAC56C-727B-F753-5B22-9A887FE1D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D120F16-9429-C791-4C3C-5C6CA4F4F4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237C20-31C9-AD46-A857-67B37FB4B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50D5E-DB8D-4052-AEF7-64FF43A7624F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AF39E6-C838-CD5D-0DD8-E26DAF3D7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BDA526-0A85-FE29-B429-39A9B67C9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EA446-4DDF-4F08-8775-7DFB42863D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4984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1F96EB3-F42F-40DC-CA98-E6C21924F2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1200F88-99E5-9D01-4AB7-21F87143E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7C4644-552A-A89F-A63D-A4A9DBE7E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50D5E-DB8D-4052-AEF7-64FF43A7624F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E38D58-A124-C220-226C-26556A84A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B2F86C-A154-04DF-725A-1118B3D3C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EA446-4DDF-4F08-8775-7DFB42863D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5111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6F8A8C3-26BF-452C-133E-90B888A0C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CF57A9-5B4A-6EAF-6640-8D05B5BCB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9F3206-6B8E-E915-F3CA-8F891D854E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50D5E-DB8D-4052-AEF7-64FF43A7624F}" type="datetimeFigureOut">
              <a:rPr lang="de-DE" smtClean="0"/>
              <a:t>05.12.2024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67D11B-5E35-8B64-CC21-02A6DAF828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734EE4-D2E6-1C04-2465-3DC5B3DE8B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1EA446-4DDF-4F08-8775-7DFB42863DA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1025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411A3CD0-630A-1E5C-33C1-CB32AC69D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31457" cy="359849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1D68A2D-1B91-D6C5-51F7-FE7260682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543" y="0"/>
            <a:ext cx="5831457" cy="359849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B7ADE97-8C1F-6877-62EB-58155DD02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58744"/>
            <a:ext cx="5184475" cy="319925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EC5D981-2F3D-AF2F-E49B-46B087385B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8604" y="3529210"/>
            <a:ext cx="5394385" cy="332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790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B1FE966-9B37-046E-7FDF-8236422E1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782571" cy="356833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886CF54-6051-83FA-61E3-02253DC97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426" y="0"/>
            <a:ext cx="5782573" cy="356833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22C3083-487C-7614-BF4F-9FCF82472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494" y="3545180"/>
            <a:ext cx="5368506" cy="331281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B4A8321-9FE0-4320-DA0C-A4006CE510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545181"/>
            <a:ext cx="5368507" cy="331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91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E2F74BC5-5F8D-0783-89C5-6E14EEFFF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934974" cy="366237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B296F70-37FA-82D9-113D-E43684A40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025" y="0"/>
            <a:ext cx="5934974" cy="366237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83F46AF-8F45-0BCA-D85E-DDBFAB879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69390"/>
            <a:ext cx="5167223" cy="318861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D8D902F-1C65-C36B-128D-A531D4E0D1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4776" y="3669390"/>
            <a:ext cx="5167223" cy="3188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426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5AB9BB4-C822-BC16-FCBD-7A0108C75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822830" cy="359317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6D08E850-830A-E792-3DAB-3C40456CE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702" y="0"/>
            <a:ext cx="5627298" cy="347251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08777E3-A784-5CA2-1455-8CEE4F631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89541"/>
            <a:ext cx="5296619" cy="326845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9148E22-7807-DD8E-7222-EC4E133730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5220" y="3429000"/>
            <a:ext cx="555678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578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8279816-D008-E87D-380D-E78244104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5451936" cy="336430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1B2CEBC-EB5B-0495-D352-27987BECE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340" y="0"/>
            <a:ext cx="5549659" cy="342460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037764A-9011-3CD9-684E-18C8E2712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93697"/>
            <a:ext cx="5451937" cy="3364303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1AD20E6-40D6-6AC6-CD04-783FC5E9BD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2340" y="3433394"/>
            <a:ext cx="5549660" cy="342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320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01E9255-4DB5-D226-BE97-7A837AA2C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12279" cy="340153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B9A7AB1-9BFD-5B60-4D1C-D6BB1DCEC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789" y="1"/>
            <a:ext cx="5860211" cy="361624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61F07DC-0444-D683-F797-E00E6F17EA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56460"/>
            <a:ext cx="5512279" cy="340153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BF07A8B-58BA-8938-0921-9BD84016BB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5253" y="3577120"/>
            <a:ext cx="5316747" cy="328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971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1EED04B-902F-99D8-7E9C-D903FACE8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69147" cy="3374923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BE5AAC7-5EA0-55CE-43CC-590BBD4FD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581" y="1"/>
            <a:ext cx="5601419" cy="345654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5972175-8AA7-190C-57FC-9673DCC22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615" y="3529211"/>
            <a:ext cx="5394385" cy="332878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C706486-3B7C-F87E-C212-51B2592948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67300"/>
            <a:ext cx="5394385" cy="332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314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E56586D-2F6D-3603-685A-2F81BECC3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788325" cy="357188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19D0649-0385-EC86-23A2-20F6A619C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977" y="1"/>
            <a:ext cx="5472023" cy="337669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32B38E6-3E71-F133-3105-BDECDBE9B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41632"/>
            <a:ext cx="5374257" cy="331636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E628526-55E7-448A-7E37-6695154C6D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955" y="3396130"/>
            <a:ext cx="5610045" cy="346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645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7A78509-D195-0C13-9A43-5A46F159F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40083" cy="360382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E046004-8ADF-83F2-99D3-97DBEDA37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917" y="0"/>
            <a:ext cx="5840083" cy="360382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353C108-6B8E-ED78-D8F1-E2CF7F877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552279"/>
            <a:ext cx="5357004" cy="330572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7BCAFA9-9A0F-1680-C4E5-A29FC8BA22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4995" y="3552279"/>
            <a:ext cx="5357004" cy="330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479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455FA84-7F51-6DC3-B41E-1B0AC03BB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83215" cy="3630438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93D4D61-4877-A02D-CB01-24FD8AC94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472" y="1"/>
            <a:ext cx="5506528" cy="339799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6AC10CE-A0C7-F3C6-13EB-E1793BACD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600188"/>
            <a:ext cx="5279366" cy="325781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D849E1F-54AF-EEC0-4BFB-A56D14FF5E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0411" y="3397991"/>
            <a:ext cx="5607031" cy="346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141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2</cp:revision>
  <dcterms:created xsi:type="dcterms:W3CDTF">2024-09-27T10:33:09Z</dcterms:created>
  <dcterms:modified xsi:type="dcterms:W3CDTF">2024-12-05T09:46:46Z</dcterms:modified>
</cp:coreProperties>
</file>