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D007C-6641-5EAB-A57D-FF98F2C65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F9F82F-55D0-AB66-F796-FD59E41BD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A83FFD-9ADF-F27C-51DF-B42691FF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BB9C21-DC96-6074-6076-6DFF7133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283077-FF61-63C5-DD10-B6C736BB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66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F3889-0B6D-6CE6-C92C-7C9EAD93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34B00D-3710-7E4F-D7C0-7487A8B41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9E702A-C9A6-F154-7F84-FC8D79B0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BF76A6-6346-E6DC-6477-219A83B1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376348-5F48-5FB0-C30C-9DCC00A8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E117D-2616-10AB-BC82-E055D031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F6863D-4D3F-64D8-F165-34BDE410B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1E3A3E-0EF5-85EC-A15F-60DB0D45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9C53E0-B2C4-4714-5563-E725C723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7B1718-BD62-80F8-4A98-CC05876D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297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8FFDB4-EF91-0970-A04C-952EA402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A6E9B3-D9FF-7A2D-5DE9-A7EE13EA8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29FCDE-177A-7136-04B6-D369531C3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749410-DD71-1E82-B16A-32B91FFF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5B1AEE-B3BE-3624-F9CE-6F9197FB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3F327-CF5D-54C6-0868-0C52A3E9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718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7791CB-9B06-66E5-0B1D-9DC13495C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490D83-5C23-9570-D2C7-2AAC144F5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6DDF41E-01E9-20A0-CE53-4DA856FF3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4A4128-079E-2993-5C6E-AF9FC0BA7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8DF3982-9779-8C51-9719-C58881576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FBF618-A44D-BDC9-6722-57E4BFB5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193A57E-6EFE-9EC4-5D62-82EAB81B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6F4484-760C-05D1-06B2-83F1F55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123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02B48-2DEF-5F52-E612-2C5055AB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3B0CBD-1CE6-3ADD-DD28-EEF450E5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A0D973-FF67-7F52-CABE-CBF030CC7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D06D9B-B2A9-C1A8-33C4-B30E5F12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40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228637-D912-21D0-EDA3-C73223DE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0A22D-2F82-5DB7-9C5A-F96A964B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77C40-BCBC-6F8C-9EAF-12F2B913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4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CCA90-CB21-0B8A-DDC7-6ACADF94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3BB9BC-D43D-A708-F5D2-311E89807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B7C662-E96F-2C7F-4404-EB9066811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A11821-39F1-56C7-63A2-55B2AF5A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C707AB-5913-211A-CB49-C8666CA1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392362-6539-E9A4-03BE-4E3C4C68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4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DBB66E-7738-4144-058F-6BD26762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5E0C93-FB2E-3A34-559B-D0C9880C0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802D3E-EDF3-6A27-1BAA-D53EB9DFB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7A6BD3-5067-B8FA-1A1D-5BE02A59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81183B-4382-D8E5-3C04-4353E229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D7C892-505B-8E20-8980-0A259A00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22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4B27A-D8EC-C629-DBA3-307F3072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30A3C31-3A5D-42D5-4BA1-8C8F9BACD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DEBD61-844D-B53A-A332-2A881B01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7C8D95-2A39-117C-0770-A184A164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38F3EE-B720-0D77-D530-6A29CCC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07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797FB7-6FAB-D01F-B1E0-6583307FA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E800F6-0BCF-2E5F-517C-4985441E1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7F079A-2622-E6E5-A4D3-2CEE7FC8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615B3A-A666-3F10-9C96-8953E1E9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03F621-B1CF-0848-AEDB-C4E9F2D5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07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593D5B0-EB21-7A25-CFF5-89826C2D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4A9425-EBD6-551E-AEA4-D492841C5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ADD3C4-B7F4-C75E-2FB3-BCEE7FECC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C42A6-8CE5-43F5-8D64-1187BBDDEFF9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F9AB95-8A0E-BFBA-CB86-59566A246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FE3B24-2879-68CB-E24B-19565CDC1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323B-0A1B-4EB2-8751-91F2141471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9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E6CA05F-6A65-4F18-B49E-26AF55561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91842" cy="363630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B3A6E94-4F22-056F-55BF-647E9A5DC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5791200" cy="357419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F62B04C-FD2D-27A1-A53E-8DAE379F6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7756"/>
            <a:ext cx="5331125" cy="329024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8A42B2E-3B1F-4138-67B1-A25417C15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875" y="3567756"/>
            <a:ext cx="5331125" cy="329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68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8DFFA01-B7E9-6691-D2A4-F6BECC087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771072" cy="356176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2661316-9AB2-BE9D-659A-E3C914E1B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28" y="0"/>
            <a:ext cx="5771072" cy="356176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B131758-60DF-D0EE-5730-7184AC73B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46460"/>
            <a:ext cx="5365630" cy="33115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C747CCD-7490-238B-B7D3-19A8D19C8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370" y="3549050"/>
            <a:ext cx="5365630" cy="331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7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80DB856-123A-6BB9-4D2E-DA08D904D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736565" cy="354047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D72C839-D422-D674-DA57-21CAD3C54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13" y="0"/>
            <a:ext cx="5558287" cy="34304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48AB0BB-D33D-AEAF-B51F-181620D59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73080"/>
            <a:ext cx="5322498" cy="32849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7141258-A16F-8819-6DCA-CAE9FB8D5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710" y="3427556"/>
            <a:ext cx="5558289" cy="34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8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FF86639-4964-16EB-8ACB-E5FB5164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22830" cy="359371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9617CCC-FF1B-B4E6-C4D9-2EDDB4E5D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23" y="0"/>
            <a:ext cx="5653177" cy="348900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31A13B7-8850-1EC9-C2F0-230D99888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52" y="3527494"/>
            <a:ext cx="5396361" cy="333050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41AA98C-38CE-68AB-EF8F-A3008F5DC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472" y="3456506"/>
            <a:ext cx="5511381" cy="340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14DB238-C17B-4CC0-056D-122EEEC7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6461" cy="361446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1E8A5F9-3868-0AB4-AB57-B4323B0DF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460" y="0"/>
            <a:ext cx="5575540" cy="344109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7841CF3-9EA2-26A1-509A-79E4EFAAD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46460"/>
            <a:ext cx="5365630" cy="33115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F29CA4C-B7A9-D3EE-04A5-BA2D4614C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460" y="3416909"/>
            <a:ext cx="5575540" cy="34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7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A8C2BB5-9E91-D00D-10E5-3FFB54006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2279" cy="340204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DF1A13-36B1-F90C-A366-CDDDAEFF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721" y="0"/>
            <a:ext cx="5512279" cy="340204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05C01D7-E367-42FA-42A5-DC9979CCF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46" y="3539916"/>
            <a:ext cx="5376233" cy="331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1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2024-09-27T10:53:23Z</dcterms:created>
  <dcterms:modified xsi:type="dcterms:W3CDTF">2024-09-27T10:53:40Z</dcterms:modified>
</cp:coreProperties>
</file>