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879E01-FF9F-B825-7504-DA68F06B7D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34C08FC-1E21-F0F3-5B47-94F189C636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814EA8-A5DB-6DD2-6328-3A2390C35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489FE-A341-4249-BFCF-81CC9BB34A9F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67607B-7B7C-F410-8143-1916321F8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0CD5779-99D8-E2CF-90D7-0CE13A663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6A86-C7E6-4D12-A7A8-397BB82AB0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308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AF147E-9448-6EE2-F8D0-3F5DF050B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5CEB087-39A7-5877-1B8F-7CA5A97CD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022C856-4012-4D0A-F4E8-B24DABC4A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489FE-A341-4249-BFCF-81CC9BB34A9F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E2C267-1208-A3E0-5D02-D0749B0BF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53DE95-0707-EB18-541B-B50C9988E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6A86-C7E6-4D12-A7A8-397BB82AB0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794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ED49D5-0BEB-551F-F903-19A46181A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BADCA6C-45E8-7ACE-9E15-7CFA640F3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B4757BF-60B5-3F24-C54C-91D5F5AC5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489FE-A341-4249-BFCF-81CC9BB34A9F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6598F6-65ED-1EC1-82CB-70417F16A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44416D-157B-3B41-15DA-80BED0998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6A86-C7E6-4D12-A7A8-397BB82AB0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0524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A32376-7114-E3A4-DC3D-8F23FFF9E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FC4FDC5-73C1-CAF6-E5F2-BABBC96D70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55EA402-C55C-56CF-4134-0388866C31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4184245-762F-AEEA-FFFA-15F3EBD2A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489FE-A341-4249-BFCF-81CC9BB34A9F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87307C2-6558-86D8-2DBE-A3224C97E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A38DF22-7697-2FEB-8CEF-6FA3A1F95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6A86-C7E6-4D12-A7A8-397BB82AB0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2991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7049DB-331C-F784-8A03-A9DB6116B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7A8110-303A-721E-CBA4-618D53560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91AA08E-68A3-F9F9-845C-574E9C3AB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C47D5C6-C022-DCF8-5A0A-D5DD5F5CA0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0ACB545-E490-3557-7FE1-F0E28FF13A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A5806FA-EC76-9A7F-445F-423E7108D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489FE-A341-4249-BFCF-81CC9BB34A9F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4A92413-7166-2CC4-0D69-0ECF34170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C0871CE-7896-BED6-9D70-4073D12E6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6A86-C7E6-4D12-A7A8-397BB82AB0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1723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F5F007-77AA-F3BB-2B18-D3264612F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FEF2C7F-E1F5-23EB-7DBE-C98A888E7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489FE-A341-4249-BFCF-81CC9BB34A9F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0359B67-F53D-8F4E-0DA5-1DB28F072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57F5AE2-E865-60C2-75D4-AD2504891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6A86-C7E6-4D12-A7A8-397BB82AB0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3958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275B685-10E7-FCCE-55E5-A599D033D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489FE-A341-4249-BFCF-81CC9BB34A9F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2758A36-909B-60D5-AF36-740315DE4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795CC95-0FCA-8A8A-4706-75626B4B2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6A86-C7E6-4D12-A7A8-397BB82AB0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5111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A3B785-E8EE-2264-7344-6DE19E208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AF8C93-34DE-13BA-FE77-F128E6D3E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4275FEE-8F1D-03A7-28F3-B3E218D7F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363A8B1-BEAD-C43E-EC30-A3AF5FF9E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489FE-A341-4249-BFCF-81CC9BB34A9F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B3848D2-75D8-A19A-A18A-F6651AF76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5569103-B993-8D96-6431-9C53F8084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6A86-C7E6-4D12-A7A8-397BB82AB0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4542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81CC26-8650-7F91-C358-C84316BDC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CE49ED9-2CF6-218F-5917-183B4F0A11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550F2D3-3725-3F4A-CBCA-8743CF9E91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512D1F3-7C5C-3436-F835-0B365CA7B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489FE-A341-4249-BFCF-81CC9BB34A9F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684D975-3931-A81E-C24C-D24819616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1D5C5BE-CF9C-5448-2E88-9F8C5DF39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6A86-C7E6-4D12-A7A8-397BB82AB0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1098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73B5FB-ADEA-8DEA-837F-F6BF629B6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0412B98-D9FA-DD11-39A4-695BC61629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79DE5F9-7F9E-7939-2E2A-ECAAF2F87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489FE-A341-4249-BFCF-81CC9BB34A9F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79F48E4-2556-A036-4570-479F5DF52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D39B69A-DA17-6BD7-B98F-B9210C9BD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6A86-C7E6-4D12-A7A8-397BB82AB0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9523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A8F30E3-7ED5-0B91-B296-C05D7B71CF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2D6E346-0AA9-A232-854D-CBC274B6DD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4C7347C-68E0-EAD8-F3EA-90CE3DA85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489FE-A341-4249-BFCF-81CC9BB34A9F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C795EDC-18C0-5C6B-A2B2-802309753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D2770F-7C50-879B-373D-5721F55D3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6A86-C7E6-4D12-A7A8-397BB82AB0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9539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3D92BA8-3788-C0EF-32B3-748726A4B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9E4C02-19FE-072B-26F9-2208000C3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B7202E4-4883-DB6D-B9D0-7CFBE1EF8C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F489FE-A341-4249-BFCF-81CC9BB34A9F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8BEE69-BD29-C599-BD58-BD3896F082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CF96C0-DAEC-4660-8D76-76F9E77D0C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A86A86-C7E6-4D12-A7A8-397BB82AB0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1352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20B0366-6AA2-B593-4F7C-1469E38C0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5650302" cy="3486711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66FC751E-2941-1219-D93D-DE31D366C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698" y="0"/>
            <a:ext cx="5650302" cy="348671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3B37D50C-9585-767D-2388-0A9C281BAD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472431"/>
            <a:ext cx="5486400" cy="338556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9702A9D-65BB-94EF-6E6B-0249F40205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600" y="3472431"/>
            <a:ext cx="5486400" cy="3385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165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12A6ED9D-B4FA-3B00-02EA-317B4F4D0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5411" cy="342815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3B4917D9-3907-832E-FD62-D1DC22777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196" y="1"/>
            <a:ext cx="5661804" cy="3493808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3A1982ED-AA2A-3E3C-60F7-9ED635BECC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9844"/>
            <a:ext cx="5555411" cy="342815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DD9E36D-18CA-D4D9-2035-A9A6E39977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3852" y="3428155"/>
            <a:ext cx="5558148" cy="342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545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A1A04901-A22E-89CE-A0B7-4A4F8A995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5572664" cy="3438801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F8994A24-D7B9-7D34-3839-85B748B17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335" y="1"/>
            <a:ext cx="5572664" cy="3438802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30F71D31-15A5-1714-5692-AF8137DEC8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61784"/>
            <a:ext cx="5503653" cy="339621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53480C0-0450-C04D-3344-1EB3DDEBC3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8346" y="3461783"/>
            <a:ext cx="5503653" cy="33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787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06C42AE2-FFDB-6CAB-2A0A-7B8E276F2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667555" cy="3497357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893FC25E-3DAC-0003-9958-2B1F95E63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445" y="0"/>
            <a:ext cx="5667555" cy="349735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3435EB2-6DA3-F60E-8AAB-4AA2BE4E6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68248"/>
            <a:ext cx="5331125" cy="328975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27FC90E-6CD5-29A8-F216-25F7168016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9977" y="3481302"/>
            <a:ext cx="5472023" cy="337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362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BDC478D9-66B3-0B70-0680-124A2DE48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5589917" cy="3449448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2B045618-D3F6-90C9-B352-AB08F7B78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2083" y="1"/>
            <a:ext cx="5589917" cy="344944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4F33F02-CF54-5421-4AF5-BB1BC07113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08552"/>
            <a:ext cx="5589917" cy="344944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47CBD70-92FD-3BEA-867E-587DBF608A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2083" y="3408551"/>
            <a:ext cx="5589917" cy="344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950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286E31F5-4CA2-67FE-0FB1-973B2B2C2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5538158" cy="3417508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9979DF03-A7DC-8EC5-FF90-F95ED42E9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841" y="1"/>
            <a:ext cx="5538158" cy="341750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10B88D86-CAEB-22BD-944D-BB3329D515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40491"/>
            <a:ext cx="5538159" cy="341750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EAE60F4-B926-68E7-0CE6-A830CFFC83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3840" y="3440490"/>
            <a:ext cx="5538159" cy="341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476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B532AA0D-7749-319F-5D92-D35BE9F56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5676181" cy="350268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EC8D030-A8BE-744E-3035-AD4B9FC45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053" y="1"/>
            <a:ext cx="5773947" cy="356301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A4F6323F-7750-E85F-5DC6-6609DE2984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499046"/>
            <a:ext cx="5443268" cy="335895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C6F1A4B-9B5D-0288-E823-4FF292B5AA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730" y="3499046"/>
            <a:ext cx="5443269" cy="335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733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A7C75A92-BABC-6B11-7AFA-369B3407D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5460521" cy="33696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2C1AA4C0-2376-479F-FA93-F1E8D1625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9208" y="1"/>
            <a:ext cx="5592792" cy="3451222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1B58E776-35BB-CF76-1725-C0DDAA681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88399"/>
            <a:ext cx="5460521" cy="33696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516C11E-0E5A-488D-8688-3AD1A777A0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477" y="3488399"/>
            <a:ext cx="5460523" cy="336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280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0D7AC396-EB52-E876-2EF3-94D03D891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296619" cy="326845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6833CCAB-D9DD-8202-EE76-D6FF8E5F6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977" y="1"/>
            <a:ext cx="5472023" cy="337669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C53A91E1-4583-9616-8672-A828D9A2E9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365966"/>
            <a:ext cx="5658928" cy="349203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5A20764A-1247-4DBB-8439-814B09AC48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9976" y="3481301"/>
            <a:ext cx="5472023" cy="337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07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844BE8A8-9857-C217-9B74-287F92F2F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555678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BEDBC19D-72AE-0651-E08A-F235A4B9F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932" y="1"/>
            <a:ext cx="5748068" cy="354704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231F9D7-04B6-4EE1-BEFC-3041879D8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520340"/>
            <a:ext cx="5408762" cy="333766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FD3ECE9-B78F-6484-6F2F-AE27182B7C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3237" y="3520339"/>
            <a:ext cx="5408762" cy="333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31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6F832994-A49D-6F90-BE49-AF3B98B92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5693434" cy="3513327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D9F96BBC-3355-D4E9-B17D-128726A46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567" y="0"/>
            <a:ext cx="5662343" cy="349414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A3B3C13-BAF6-CC4B-B2C2-D9633ECD57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472431"/>
            <a:ext cx="5486400" cy="338556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7FA66FA-2367-CE16-1D6C-6C07534408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0783" y="3513327"/>
            <a:ext cx="5420126" cy="334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219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8826652-48CD-33B3-4C99-CC1E4B0AC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5719313" cy="352929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6BAA7E40-FD14-27D7-8BD8-03F33457B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109" y="0"/>
            <a:ext cx="5423679" cy="334686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C31C156-22D6-B931-90DE-D827652B5A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520339"/>
            <a:ext cx="5408762" cy="333766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3EB3E37-8D6A-2F43-BC02-B78C05CDD6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4098" y="3465332"/>
            <a:ext cx="5497902" cy="339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3650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649FAC27-E821-58B9-0E2B-3E1C1803D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5779698" cy="356655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C61A208C-0D56-F005-84CE-632F9D433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302" y="0"/>
            <a:ext cx="5779698" cy="3566559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CB0BAF5D-0C6E-7C9E-28FF-006AA3D6A3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525663"/>
            <a:ext cx="5400136" cy="333233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2A73E2D-43D2-9865-FF6C-F5D4CF69D5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8468" y="3566559"/>
            <a:ext cx="5233531" cy="3229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923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659CC9FA-7F50-76C6-1F83-7173B03F4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5633049" cy="347606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F11778F1-F7EE-3A2D-F993-E0ABCA243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8951" y="1"/>
            <a:ext cx="5633049" cy="347606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4B007325-0615-6A3F-C45B-59C40501FE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472430"/>
            <a:ext cx="5486400" cy="3385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625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644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lw-r</dc:creator>
  <cp:lastModifiedBy>lw-r</cp:lastModifiedBy>
  <cp:revision>1</cp:revision>
  <dcterms:created xsi:type="dcterms:W3CDTF">2024-09-27T12:56:52Z</dcterms:created>
  <dcterms:modified xsi:type="dcterms:W3CDTF">2024-09-27T12:57:11Z</dcterms:modified>
</cp:coreProperties>
</file>