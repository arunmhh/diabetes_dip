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6573E-8FD5-FE03-F31D-DB7A588F5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E26D45-6ABB-5E1E-B790-6B58F2504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FD0F35-896D-0BA5-504E-A873741A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DC2600-CD52-19C9-E738-0FB63A2A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309F0-A34A-8BBA-E54A-44B31F54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41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C6E9BA-7754-235F-256B-EB271D9F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B80F2-5DB8-5B08-0C7F-E5E6EB585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04BF49-3AD1-C249-ED63-49226999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C6E2A-E2B5-858E-49E2-5F33A3C7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3C07CE-50FB-8A8F-0E9E-14AD1F3D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51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42C107-6AC7-4F43-73F7-230B40C7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E62381-74A1-069A-90FC-44AA72831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8350C4-58D2-DC0C-C950-A089D7AA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2D7ECA-DE9F-928A-FB2B-5079ECCD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56597-BE80-2292-4E83-384B0391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74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65E5F-10D3-2F22-7380-04A47D43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CD8812-0E40-6D38-0DE3-7AF69ABD5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DA6123-CA7C-21C8-8B02-E8E8ACB3C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D90A1F-07E3-F9F5-81CD-2FB5FB72A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1B7CD1-A57F-407D-ECFC-7986E358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30DF40-91BA-4CEE-8E2F-732D61F2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056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A64503-81CC-0333-B89A-EEAA74B9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B0048C-CB44-3FCC-4DD0-4194679CD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99D42F-109B-6688-87CC-7DFB7CDB1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7F646D-5388-A891-6E55-424F992968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8775D2-9BB2-3BCC-419B-74B3C5956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B8A716-EEAE-9F1E-CC17-D70335D0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78F10A9-A24B-4751-39AA-3D986BC0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800E36-0800-53F7-D6E5-18342395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02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F7454-DA8A-70CA-282B-AD97064A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FEF9B0-69EC-452C-4B4A-253ACAA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A7E731-8AF4-8CBD-6B13-91D1FF98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711EF8-838F-76F3-D022-6B067369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27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29EA2A-B545-4DE3-0683-1D323AD6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01D1ED-2DCE-64B1-E11A-A0FF11DC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9AA350-CD86-6C59-6811-E4B1AB9D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18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D4DB5-C658-9130-6BD7-898D97E2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AAB829-5A12-A55C-150B-C5DCDB1D8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886124-0C7E-DF13-48CD-435284AB4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5130C1-8D91-91CC-D305-C21B689B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8014F-CDC6-2B3A-FB45-928F982F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7DDA25-CD8E-561A-8682-2CB2F902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5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777D60-0C44-9E96-C6C2-1663D4AD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D1054CD-1E41-97F9-72E5-F16707C8C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6F3FBB-C8C5-7D93-8972-68B1D834A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C44258-3D9E-31B6-7E5D-E35B3BDF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A6728F-B640-610C-3399-5B367158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DB1A85-FB16-67EC-BFA9-1DA40FCB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17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A6D0F9-7FCA-C5C8-92E3-D4C66410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56AD5D7-7B87-E9D7-418F-A8D3562A5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86EE1D-ED46-CEAA-F9B4-10BEE689B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1D908C-76D7-7619-8948-3DB63E62B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C61B23-6C50-538A-D6F7-8BAE112E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35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50C6E1B-15E7-B99E-D267-D03928A5D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EA9426-2BD6-D5FF-724A-CB4F2F5BF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DFB322-FD38-5454-DEC7-C4B0091F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31E2CC-B654-9FE9-97FA-FF5DB8B3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A288C9-D1BB-1E07-8428-6CE20799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569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76E15-1E27-9382-1183-0370CB9A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82C57B-E967-07EC-A16D-60C341C0B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C94044-A3B1-CFFB-4632-0B28A6B7B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B784A-3AD0-4B4E-95DD-1278C0EDBE86}" type="datetimeFigureOut">
              <a:rPr lang="de-DE" smtClean="0"/>
              <a:t>30.11.2024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27943-4884-DB5F-D25D-5ECC4EC77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305485-D6D8-D3C5-8F50-0A6FEF340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975A3-CFB0-4EDF-B36D-A6E2FEDE8E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89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7C5C684-C86E-81DF-12F4-0E67BACE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3018" cy="351957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D9FA822-4DB1-D448-E763-436588A3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82" y="0"/>
            <a:ext cx="5703018" cy="351957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4613958-89CF-2C6D-D306-B903FA471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374"/>
            <a:ext cx="5426015" cy="334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4FB1656-C4BA-AD72-F707-5C7165A59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625567" cy="4088921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C20D7C9C-F296-232E-A403-F142AE2F05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5EA94DB-66AB-F535-296A-AC6BD71F7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427" y="3291100"/>
            <a:ext cx="5779698" cy="356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5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675E5EF-B6D0-C623-D868-ADD2B6A5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70754" cy="362309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2C7307A-5C3F-A66A-69CB-95F2DC376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46" y="4313"/>
            <a:ext cx="5870754" cy="362309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10E0B1D-CACA-F3E8-1CD7-F2DD07217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3477"/>
            <a:ext cx="5201728" cy="321020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6E81971-EA19-5C80-5866-A1E4812B6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8218" y="3449038"/>
            <a:ext cx="5523781" cy="340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5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7161F0E-8B16-74FD-037D-CA1D95F63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5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2676AAA-1E81-CF1B-D049-989843177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6496"/>
            <a:ext cx="5236234" cy="323150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07EA28D-FBE1-3CC6-9A04-30CB5C0A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36234" cy="323150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A9E0BF9-707D-D67D-AA11-2CF8DF8C0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A617EF0-6E45-35D9-660C-CFF60FCF1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6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3FB35C-CD20-D37C-B011-F6725D9C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34974" cy="366272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6DA2E8-15C0-4B52-5BE6-597E001EE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5056"/>
            <a:ext cx="5141343" cy="317294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FF083F2-FC2C-9DBB-4D72-F65A7DE6F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026" y="3195272"/>
            <a:ext cx="5934974" cy="36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1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1601A82-C21C-BB70-3868-3454A0175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9698" cy="35668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1E9BCC9-5B2E-BCA1-2662-DFBB3FD1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300" y="0"/>
            <a:ext cx="5779699" cy="35669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17EE8EA-ADE2-C000-DB0F-BDBE8154E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6898"/>
            <a:ext cx="5332803" cy="32911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28C1B99-2855-2C15-E4A5-CB6FA0FCA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195" y="3566897"/>
            <a:ext cx="5332804" cy="329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2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A18EE03-937E-4F46-CCEA-30E800B24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0020"/>
            <a:ext cx="5408762" cy="333797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821A27D-0D3E-D510-FACC-AFE71F1D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8762" cy="333797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FEE07C8-2EDE-A3B1-CBBB-79FE4527C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725" y="0"/>
            <a:ext cx="5489274" cy="338766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3F66046-3703-0E7D-1789-B83F53008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40" y="3433065"/>
            <a:ext cx="5549660" cy="342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85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612701E-E2F4-9E6F-69FA-1E2D76380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32028" cy="39077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4ABDFBA-8574-BCD8-FD11-729142CF7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3976"/>
            <a:ext cx="4770408" cy="294402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C83D42B-0ADC-BB3F-9638-A2A214F22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356" y="3191774"/>
            <a:ext cx="5940644" cy="36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88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0C762AE-0900-1E84-8165-5A8DA425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3018" cy="35195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D37628C-3EF2-6596-63E6-B0484DDAA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30" y="0"/>
            <a:ext cx="5911970" cy="36485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97FAD3C-F69D-0215-882D-06F53BDCA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0668"/>
            <a:ext cx="5391509" cy="332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1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FB92A2E-2F3F-17A2-1645-26B7A1E60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72DA915-2734-CA34-9B1D-D6BCD6BA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9331" cy="332870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8BCDC08-FCE6-9433-A0EF-5B8F74105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6867D53-4F63-BB33-6225-B94AB03F7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2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2A287AC-2D6F-3BB8-73B8-9427EACC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4317" cy="40140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7B25C34-D83A-85AD-89A3-457EE07A1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04480"/>
            <a:ext cx="4623758" cy="285351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4153D88-061A-A0D6-7463-C59602768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114" y="3286663"/>
            <a:ext cx="5786885" cy="3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7DC365B-9064-361A-8E7A-761EC696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9698" cy="35668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A8A3FE0-ABC1-C335-1656-F4EB254B3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302" y="0"/>
            <a:ext cx="5779698" cy="35668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A40F786-7B7E-2182-99F6-438DDB223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4554"/>
            <a:ext cx="5287992" cy="326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47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B6E6D84-4C65-64D7-5A6B-E5F4BF7E1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4050"/>
            <a:ext cx="5434642" cy="33539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60BD9CD-B95A-0366-D067-F4EA32134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34641" cy="3353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B11611F-343F-0EDD-958B-19E7E2103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140" y="0"/>
            <a:ext cx="5677859" cy="35040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8462ED6-5503-40ED-4805-E995184A4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358" y="3504050"/>
            <a:ext cx="5434642" cy="335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169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71D294D-89D2-07A1-126E-C3A7A0986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9864" cy="372128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BBE7C84-C41B-09A4-E523-9EA240573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1027"/>
            <a:ext cx="5115464" cy="315697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EF9DFEE-6842-96F2-2212-3FC200ED9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4" y="3429000"/>
            <a:ext cx="5556246" cy="342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74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DFA0378-BBA7-8E7C-D48F-88BC33014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8490" cy="372661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7CB5B5F-F10F-62EC-1117-3F66CFBE3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FE37B63-912F-F95B-303B-B39864E94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5200"/>
            <a:ext cx="5270740" cy="325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5B9B5D-776F-6055-FD99-69566621C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750" y="3569708"/>
            <a:ext cx="5328250" cy="328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9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9997BE4-842A-4003-A480-C50EC776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3186"/>
            <a:ext cx="5857336" cy="36148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AAD4908-F837-2513-93E5-A4404F4B7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55163" cy="32431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72D3CA2-99A6-4C8C-B913-9D496F1C4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604" y="-1"/>
            <a:ext cx="5463396" cy="337169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70346F9-9B1B-6DFA-8942-DE9A9F11B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603" y="3486304"/>
            <a:ext cx="5463395" cy="3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38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878724A-58BF-210D-38FB-AEC9D7C2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4E61684-FEAE-95DC-F849-46B210D5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3040"/>
            <a:ext cx="4528868" cy="27949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59BB5E0-9618-5330-8F29-25A03B7B5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448" y="3374506"/>
            <a:ext cx="5644551" cy="34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7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3E90D42-FC87-16F5-7986-EDAC06309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3E91A65-84B9-3260-B420-7CA446C88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A0F49AC-EF22-E8B1-3DFF-BB4B7FF2B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48BD5EC-BACD-0C9A-4258-FA93AEFE3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226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AE10534-EC56-0851-B1D9-C3D5F3EDA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6280"/>
            <a:ext cx="5641675" cy="3481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268CD6D-8E20-D691-16D2-E0B3712DA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69147" cy="33752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8734DB5-D875-B3A6-B102-B0BF06D4C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44C3270-D73D-22C4-D151-B1FE3F7B1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6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18C2050-8813-0213-99C1-04783117E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385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58E8CE0-79E5-85A3-71B0-517B1635E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6422"/>
            <a:ext cx="4572000" cy="28215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F5E3123-31C0-6C37-E5B2-495A6BDC1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558" y="3315943"/>
            <a:ext cx="5739442" cy="354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44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1BEA1-1C16-F56C-0F0D-371BF2086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4513" cy="371798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9F1AE6E-C2FC-8204-4BCB-18C4813D4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86" y="0"/>
            <a:ext cx="6024514" cy="3717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EF712F6-8109-5765-D272-7EC1AA8CD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11674"/>
            <a:ext cx="5098211" cy="31463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0A30A92-A12F-444C-B3D1-C6EF69DF8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638" y="3614074"/>
            <a:ext cx="5256362" cy="32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44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BD01567-78C4-A0A4-2F83-9387A4C4C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77B0BCC-6B58-FCDB-40E6-BB0863287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222600C-78D3-1F57-F27A-F21BB6FD9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4A5209-6837-706A-B89C-39B21FA0E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5" y="3428998"/>
            <a:ext cx="555625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82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A20BAD0-26EE-18B0-FDB4-95D7EFD08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32D2AEF-21D9-74CE-F89A-8A7A4F85F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9012"/>
            <a:ext cx="4502989" cy="277898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D3E9066-1FF2-0F7A-5D04-C461AC6B9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26" y="3289326"/>
            <a:ext cx="5782574" cy="356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83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9258A97-BA66-1A31-AF0F-094962677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2689" cy="36489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0667CA6-5AC4-700F-B742-F7F93EA60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10" y="0"/>
            <a:ext cx="5912689" cy="36489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8A8ADCD-76AC-528A-E975-985CC83C2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494BBC-A01B-98FF-1108-CB32C62AE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603" y="3486303"/>
            <a:ext cx="5463395" cy="337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8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C292864-432E-109B-DACE-3A7ECE4F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4698"/>
            <a:ext cx="5417389" cy="334330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27CEE25-7774-1510-E120-0A3634EEA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46785" cy="34231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1C76492-EA82-512C-49AA-686BF48B5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86" y="0"/>
            <a:ext cx="5695113" cy="351469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8CD5317-BAD3-FF20-1540-FFFEBA1BE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609" y="3514696"/>
            <a:ext cx="5417389" cy="334330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E229144-ECDC-37FA-4BDA-30854CA7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4695"/>
            <a:ext cx="5417389" cy="33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47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0266146-84CA-ED0F-8B27-B88BF1C7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39563CB-CB09-A5C3-A894-D4DEB06A9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00308"/>
            <a:ext cx="4468483" cy="275769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E14858E-22FD-8293-25B6-6E8640C81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068" y="3303916"/>
            <a:ext cx="5758931" cy="355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51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D7BBE11-07AB-2E92-563D-4F01D5B52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E0F9462-02BE-CF4C-F92D-963585B59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3194" cy="35814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34AE6DD-E0A3-1465-3214-8D7A6E009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06" y="0"/>
            <a:ext cx="5803194" cy="35814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328B49F-F38E-557B-192D-913B909FF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25344"/>
            <a:ext cx="5400136" cy="333265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3B07207-EFD5-774A-8327-C40EFA25A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64" y="3525343"/>
            <a:ext cx="5400136" cy="333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79E2739-264D-B870-3691-24FB643AC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6136"/>
            <a:ext cx="5512279" cy="34018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BD728DE-22F9-E206-63B7-F4E0205FA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12279" cy="34018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EC34E65-E742-2CA0-6B7F-116ACB82E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720" y="0"/>
            <a:ext cx="5512279" cy="34018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9F91095-CFDE-7663-EF05-41342D505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38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F5F943F-02EE-1CDD-B45E-19A2792E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D88939A-9908-0389-00E6-43E658A0B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3688"/>
            <a:ext cx="4511615" cy="27843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B997C8B-0FAD-BFEF-3AB1-AF34039F1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3448594"/>
            <a:ext cx="5524500" cy="340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47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FFB8EB4-1315-E256-E126-F0220F3B4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7336" cy="36148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8B74E33-C9A2-2336-18AE-179C94DA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64" y="0"/>
            <a:ext cx="5857336" cy="36148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CB81AA9-DBBB-C395-D314-7A80F66B6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0524"/>
            <a:ext cx="5262113" cy="32474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9085A61-EDA0-DEC0-C410-653E9FB711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868" y="3539540"/>
            <a:ext cx="5377132" cy="33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22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7CC9BF9-73EE-7C83-E533-9E52A064F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0950"/>
            <a:ext cx="5423459" cy="334704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4C005AA-5CAF-C5A9-4D6B-C170A5307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24423" cy="347107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1A334C8-D640-268B-331E-E60E20581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576" y="0"/>
            <a:ext cx="5624424" cy="347107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8D1CDA-0FCC-4FED-5575-0AA176E13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922" y="3471072"/>
            <a:ext cx="5488078" cy="33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5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CC85650-638E-BE47-1ADE-0F676D08E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3633" cy="406304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2C9389-4FAB-54FE-1712-18619AA96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7070"/>
            <a:ext cx="4554747" cy="28109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515949E-22DB-04D0-B8FF-AF97926D4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56" y="3269410"/>
            <a:ext cx="5814843" cy="358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13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BFCB515-AF2E-507A-80FD-8C4A2F4B5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486400" cy="338589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370A931-20AC-AAE1-D362-447CDA7FB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087" y="3422416"/>
            <a:ext cx="5566916" cy="3435583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CA045118-46B1-E799-F329-160B6E963B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42412D0-DCA1-A6BE-7F86-1FC582FF2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757" y="0"/>
            <a:ext cx="5282241" cy="325989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E6A8578-8F32-D470-D8CF-A2AA0445F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2418"/>
            <a:ext cx="5566913" cy="343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3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2311E2C-9AAB-8A73-2C31-FCC0EA87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2754"/>
            <a:ext cx="5469147" cy="337524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6A896ED-45D6-8B39-89E6-BE8FE54A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482" y="0"/>
            <a:ext cx="5437517" cy="33557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3DE3209-53DD-198B-BA36-4A4BB5F2C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D57F109-6A2F-65BA-7048-A3C294792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377138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03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1A5A1A8-3BCD-13EA-1A8E-D02DB795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2071A41-52CA-3244-31E7-71B25C701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73688"/>
            <a:ext cx="4511615" cy="27843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D38345E-BCC4-5DD8-115D-28C5F8FCD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070" y="3303917"/>
            <a:ext cx="5758929" cy="35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50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554FB66-9BA2-3A6A-4FF7-FAA965373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3819" cy="355092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9DC5611-72A9-5F52-5500-A9895B50C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180" y="0"/>
            <a:ext cx="5753819" cy="355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28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5276F7C-8923-1ECF-37AE-DC8346B2F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1336"/>
            <a:ext cx="5325613" cy="32866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DD37E55-A7F8-BAC0-1E6F-5B9A4EAB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60" y="0"/>
            <a:ext cx="5575540" cy="34409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A115FA3-760B-DA5F-46D1-2DACEE753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5325613" cy="32866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6D9F489-0207-8D07-14C7-7B4E193E5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040" y="3440904"/>
            <a:ext cx="5536959" cy="34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729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0314CE8-EDD1-250F-FA98-272343855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BFD5D8C-AEE2-9EB3-48D2-212027551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4984"/>
            <a:ext cx="4477109" cy="276301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5F4818A-BB5F-3CC8-4DB0-3DC53FECE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328" y="3390476"/>
            <a:ext cx="5618672" cy="346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04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9A92607-4F8F-D079-89DF-DBEEC2E88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2664" cy="343913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2339624-1363-EBB6-4097-F4C19024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334" y="0"/>
            <a:ext cx="5572665" cy="343913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6519452-3EAF-98EB-B808-9D9B90DF7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60308"/>
            <a:ext cx="5667555" cy="34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17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8983F8B-866F-EE90-9E18-89AFB892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9962"/>
            <a:ext cx="5311636" cy="327803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D6AB8CB-1F4B-2F5E-6D01-B33FBBE0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41675" cy="34817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72B0837-237E-1839-1782-B79B182D5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324" y="0"/>
            <a:ext cx="5641676" cy="348172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39668C1-ABD6-B073-B2EF-9F419CAD6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174" y="3481718"/>
            <a:ext cx="5470826" cy="337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19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D934D01-1CEC-DFE6-CCE2-3CBD64E02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423E751-CBD6-E531-C9F7-B34CC9F46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0954"/>
            <a:ext cx="4451230" cy="27470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746C1A4-A5F4-70DF-A1EE-2DE42C706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84002"/>
            <a:ext cx="5791200" cy="35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62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A0E72B3-0A7D-B88F-5DF7-49007DC1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8931" cy="355408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F910DD-B615-5DFC-0C00-AE1C5E744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068" y="0"/>
            <a:ext cx="5758931" cy="355408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3BA8B9A-BCFA-B8F2-5DAD-B8227431D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4082"/>
            <a:ext cx="5353569" cy="330391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F90469F-16BE-E74D-DFDE-630E7AE2A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459" y="3417096"/>
            <a:ext cx="5575539" cy="344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12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F1081E4-D9A2-E7B6-B18F-93E67373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4984"/>
            <a:ext cx="5676181" cy="350301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F5C10D2-69BF-BBEC-31DD-989B9ED22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57004" cy="330603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4A2FE23-E2E3-218C-032C-AF84D3548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818" y="0"/>
            <a:ext cx="5676181" cy="350301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5EB43F9-2E99-FE5A-3BDE-FDBFD1515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681" y="3503014"/>
            <a:ext cx="5436318" cy="335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246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7B9DD1F-4C13-E969-34DA-7D25FB90F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500" cy="4114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3CCEC8-258E-7EF5-C396-D5956086D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84336"/>
            <a:ext cx="4494362" cy="277366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3F9F9B5-5FA1-C6E1-02B1-BC31C0505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316" y="3347885"/>
            <a:ext cx="5687683" cy="351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217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5E82DD-F6EE-3DCB-5176-0E4FE4A5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03018" cy="35195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56EF683-9B1B-5D02-A604-A2A8523C6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80" y="0"/>
            <a:ext cx="5703019" cy="35195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9E9B604-0593-A880-EC82-6AB28CCF4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9576"/>
            <a:ext cx="5409482" cy="33384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327EEA6-4A7A-B529-6C49-059A911E5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097" y="3465009"/>
            <a:ext cx="5497901" cy="339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397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ACC7AEA-6964-6A50-ADEB-51D0D4E19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3402"/>
            <a:ext cx="5451894" cy="336459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626733-666B-833B-5BF2-AF6AC2349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BAA6F09-A485-DB3A-6E20-64395F63E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FDFDD1E-2EAB-0768-1516-E7C1B8F04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920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05F70B-18EE-8249-9C8E-4D6B909BB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0468" cy="36414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42460B4-4943-D7DE-CFC9-6EBF0D44E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9742"/>
            <a:ext cx="5004120" cy="30882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308B151-400B-511D-F39C-59BA434C7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712" y="3427742"/>
            <a:ext cx="5558287" cy="343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38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8A58E95-C6B0-59FA-A061-3E37EB888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5577" cy="358287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6B3DF49-934B-0127-7443-A4327F62E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422" y="0"/>
            <a:ext cx="5805578" cy="358287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BFD4FBE-CC2F-810D-1BDF-D44DEC98B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7286"/>
            <a:ext cx="5348377" cy="330071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53B5AE8-583B-311F-B690-AFE71286A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580" y="3401124"/>
            <a:ext cx="5601419" cy="345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54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985B870-E02C-E1BC-885B-2C396AF63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5992"/>
            <a:ext cx="5382883" cy="33220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AC181FE-2B4E-2A00-4E5F-83346060C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A7B7858-3BA6-74DD-6230-87532096D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382" y="0"/>
            <a:ext cx="5729617" cy="353599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40D2F37-DFBE-2D47-02B9-E7FE69E8D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351" y="3475656"/>
            <a:ext cx="5480648" cy="33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743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F17C35A-42D7-EBA9-DE07-F3874244E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9094" cy="364675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AE081CE-0F7C-B5CE-D19B-5DDEBA273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5704"/>
            <a:ext cx="5124091" cy="31622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66061F6-3F37-7140-7782-F54F64143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094" y="2980548"/>
            <a:ext cx="6282906" cy="387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85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8F0408F-94FB-B238-71B9-DFE8C0AFE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2908" cy="356270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02F6ED4-37A2-3E4E-26CE-9507055FF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0" y="0"/>
            <a:ext cx="5772909" cy="356271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4F6FD99-10E8-27A4-D173-0AEFBD116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62708"/>
            <a:ext cx="5339592" cy="329529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8802720-D2A9-3B9B-1B84-D0A3A0CE9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2" y="3428999"/>
            <a:ext cx="555624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632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D2A906B-019A-A0C9-BD81-475FF5DF9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9876"/>
            <a:ext cx="5279366" cy="32581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D8E6F6-B8FD-7CFE-B27C-F8538E99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27940" cy="35349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259C805-EAB1-482D-B4AE-8AE3AC1C9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702" y="0"/>
            <a:ext cx="5627298" cy="347284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4C50894-6DB1-649E-921E-63E79972D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724" y="3470332"/>
            <a:ext cx="5489275" cy="338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5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4</cp:revision>
  <dcterms:created xsi:type="dcterms:W3CDTF">2024-11-30T12:24:58Z</dcterms:created>
  <dcterms:modified xsi:type="dcterms:W3CDTF">2024-11-30T15:49:08Z</dcterms:modified>
</cp:coreProperties>
</file>