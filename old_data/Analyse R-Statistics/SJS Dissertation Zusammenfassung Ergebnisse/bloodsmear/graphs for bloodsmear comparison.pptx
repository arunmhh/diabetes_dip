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77743-DA17-8A91-FCAD-8E39EBAA3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244A5C-AB62-ACCE-E186-5EF40C5CD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058C2B-DED6-37FA-9629-F4CFE10E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607BD9-E223-C401-836C-48B01DBE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68B9C2-402D-1669-705F-F6F9EED6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61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EAFE38-F77C-91F2-3CF2-F148CD6E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650443-7CFB-2496-EA54-FEC944146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1B97F6-014E-B1E5-5AE1-A1529B183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001A74-3BFB-9423-DDE6-1128E26C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FA9B73-204A-1CE5-774D-F9F832C2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86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301E7-E5D5-2CA0-8A45-04C5B19F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B1C8C4-CFCA-6E25-BEF0-56269C8AC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38D30-4278-C4CA-0306-B80EA6C1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4B2444-06F8-3DA8-3BAD-13B13D39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693F55-EC49-D100-47AF-DAEE43A6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49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EA85A-849C-B546-782F-81D8AAF4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C3A4F8-56D2-44D6-4726-0CCD4CB53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B8F9A4-11F8-AEEE-EFCA-7949F1CC5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671DC8-FFF1-1E2C-1D40-65240306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DF6CBD-7955-B958-E8C4-27C2A4C4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B173CE-232E-795D-3009-82C49462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26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349A3-B5D8-8B37-E5FF-1E4C3B1A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E2F909-37EE-DBC4-FB2A-B3A5373F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35E224-5BDF-AB09-2BD1-53E7915BD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93BC2-2915-3DAD-E471-3EC979F61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179A83A-567D-DB5D-6E74-BD3296B380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1773D92-801E-8B33-080F-39F49802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111D408-E41A-1D20-0F9D-14C946CD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DA8771-7FF7-69A2-8B24-524EE700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16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3DC0CF-6456-6433-5024-C57C48DF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6E2A43-A479-5A4A-7FDA-0F4E1942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EDD077-2A70-D961-F106-AC005DBD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B7718C-FF08-0A70-DF01-C477D8F9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87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81C75F-BE49-24C2-6C7D-83412BA6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FEBB92-1E03-E5D3-DFC5-5975C307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08D547-A086-1F1E-957F-C77D6DFA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72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BED643-5EA0-1D98-4E07-4D160B6D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9A3A61-1B3D-FFAB-65CA-D5CBCB3A5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A44B4F-E2DA-7B32-5FF7-9A7CC8719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E18F85-FFDB-C113-41E1-D29BB34D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25E363-B91C-3D53-7846-5949A699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95C8A9-153E-134C-20E7-D4FC51D0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90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96EB5-9D98-3B8A-47E0-0134BC16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24E9021-7E05-3F18-6257-CAA98E99C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806EE5-9F42-1CFC-F5D3-5E640F7EB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9AF749-A7A8-4CF8-F3FA-B43EA6CB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6C598A-8FAF-63BE-7358-BA53D94C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D4EC8D-C493-827D-2528-ED363BA4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284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4509D-3C7A-E8AA-7D9E-5F4E1849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7EE56A-1C55-5508-C86F-F420EF6FD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659454-3D0F-E3C5-12C3-FC70AABB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120910-F814-0706-ED58-15F78D35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B6FE31-881D-E904-8709-A25FE4EF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34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5887616-0641-44AD-D79B-862EEB5E9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CB8FE1-88BF-84E6-E6CF-7A75BB60C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F6B4E3-3B64-EB4B-1465-4022C5BA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C81363-7EF8-193F-1A89-E280CAB6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2BDC2D-D7C0-6A33-F716-BDBD47E0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166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105D98-5A05-A5B1-0016-9DC3D965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419E2D-734F-EB3F-049C-0455F2F2B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27E870-08F2-8998-73ED-837B3C129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5587-DA1D-4E24-B4D8-2E44C7D70E85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B18C3E-DE2F-3993-3582-474659E0D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FE7995-84F8-ED85-7E97-8035C2B4F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53C0A-E4E0-4ABF-89A5-D068C5BE71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85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0E0ECA1-F783-88BE-1421-B5B3B2BE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6EE08B4-CA69-5457-D7C8-13359007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D0599C5-1E45-B473-C308-EC08D83E9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5B19675-B9A7-3503-D2D2-3FF45A95C06D}"/>
              </a:ext>
            </a:extLst>
          </p:cNvPr>
          <p:cNvSpPr txBox="1"/>
          <p:nvPr/>
        </p:nvSpPr>
        <p:spPr>
          <a:xfrm>
            <a:off x="7017763" y="4113804"/>
            <a:ext cx="49237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Darstellung: Anzahl der Messwerte pro Patient für </a:t>
            </a:r>
          </a:p>
          <a:p>
            <a:r>
              <a:rPr lang="de-DE" dirty="0"/>
              <a:t>Zellen des Blutausstrichs (=Anzahl der Punkte)</a:t>
            </a:r>
          </a:p>
          <a:p>
            <a:endParaRPr lang="de-DE" dirty="0"/>
          </a:p>
          <a:p>
            <a:r>
              <a:rPr lang="de-DE" dirty="0"/>
              <a:t>Stellt die Vergleichbarkeit der verschiedenen </a:t>
            </a:r>
          </a:p>
          <a:p>
            <a:r>
              <a:rPr lang="de-DE" dirty="0"/>
              <a:t>Pat. einer Reaktion-Medikamenten-Gruppe dar in </a:t>
            </a:r>
          </a:p>
          <a:p>
            <a:r>
              <a:rPr lang="de-DE" dirty="0"/>
              <a:t>Bezug auf Blutausstrich</a:t>
            </a:r>
          </a:p>
        </p:txBody>
      </p:sp>
    </p:spTree>
    <p:extLst>
      <p:ext uri="{BB962C8B-B14F-4D97-AF65-F5344CB8AC3E}">
        <p14:creationId xmlns:p14="http://schemas.microsoft.com/office/powerpoint/2010/main" val="392967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D033134-235B-CC60-2F68-A6CA743C7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BF7C9FF-DA8E-0A15-97C6-76FC724EB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E067CD-EE12-D4D0-9F7A-44803AA19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41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979AA8F-43F1-E71B-EEFD-A37EF709D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58A3151-29D9-95EB-6632-EC98E0DA4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6E722C2-179F-8347-0ECD-E18FCB18C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D00A090-7BDC-96D8-9527-08124216FB4D}"/>
              </a:ext>
            </a:extLst>
          </p:cNvPr>
          <p:cNvSpPr txBox="1"/>
          <p:nvPr/>
        </p:nvSpPr>
        <p:spPr>
          <a:xfrm>
            <a:off x="6512944" y="3743116"/>
            <a:ext cx="528799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Fall 7126387</a:t>
            </a:r>
          </a:p>
          <a:p>
            <a:r>
              <a:rPr lang="de-DE" sz="1600" dirty="0"/>
              <a:t>- Leuk norm, </a:t>
            </a:r>
            <a:r>
              <a:rPr lang="de-DE" sz="1600" dirty="0" err="1"/>
              <a:t>got+gpt</a:t>
            </a:r>
            <a:r>
              <a:rPr lang="de-DE" sz="1600" dirty="0"/>
              <a:t> stark erhöht, </a:t>
            </a:r>
            <a:r>
              <a:rPr lang="de-DE" sz="1600" dirty="0" err="1"/>
              <a:t>ggt</a:t>
            </a:r>
            <a:r>
              <a:rPr lang="de-DE" sz="1600" dirty="0"/>
              <a:t> erhöht, dir. </a:t>
            </a:r>
            <a:r>
              <a:rPr lang="de-DE" sz="1600" dirty="0" err="1"/>
              <a:t>Bili</a:t>
            </a:r>
            <a:r>
              <a:rPr lang="de-DE" sz="1600" dirty="0"/>
              <a:t> erhöht, Kreatinin norm, Eos norm, </a:t>
            </a:r>
            <a:r>
              <a:rPr lang="de-DE" sz="1600" dirty="0" err="1"/>
              <a:t>Neut</a:t>
            </a:r>
            <a:r>
              <a:rPr lang="de-DE" sz="1600" dirty="0"/>
              <a:t> norm, Nat. norm</a:t>
            </a:r>
          </a:p>
          <a:p>
            <a:r>
              <a:rPr lang="de-DE" sz="1600" dirty="0"/>
              <a:t>- Alkoholabusus, Depression, Leberzirrhose, </a:t>
            </a:r>
            <a:r>
              <a:rPr lang="de-DE" sz="1600" dirty="0" err="1"/>
              <a:t>Coxarthrose</a:t>
            </a:r>
            <a:endParaRPr lang="de-DE" sz="1600" dirty="0"/>
          </a:p>
          <a:p>
            <a:r>
              <a:rPr lang="de-DE" sz="1600" dirty="0"/>
              <a:t>-</a:t>
            </a:r>
            <a:r>
              <a:rPr lang="de-DE" sz="1600" dirty="0" err="1"/>
              <a:t>Diclo</a:t>
            </a:r>
            <a:r>
              <a:rPr lang="de-DE" sz="1600" dirty="0"/>
              <a:t> CD 900mg (</a:t>
            </a:r>
            <a:r>
              <a:rPr lang="de-DE" sz="1600" dirty="0" err="1"/>
              <a:t>Exp</a:t>
            </a:r>
            <a:r>
              <a:rPr lang="de-DE" sz="1600" dirty="0"/>
              <a:t>.: wahrscheinlich)</a:t>
            </a:r>
          </a:p>
          <a:p>
            <a:r>
              <a:rPr lang="de-DE" sz="1600" dirty="0"/>
              <a:t>-Begleitmedikation: Lorazepam, Mirtazapin</a:t>
            </a:r>
          </a:p>
          <a:p>
            <a:r>
              <a:rPr lang="de-DE" sz="1600" dirty="0"/>
              <a:t>-Reaktion: Leberfunktionsstörung</a:t>
            </a:r>
          </a:p>
          <a:p>
            <a:r>
              <a:rPr lang="de-DE" sz="1600" dirty="0"/>
              <a:t>-Alle dokumentierten Laborwerte wurden in dieser Häufigkeit aufgeführt -&gt; Es gibt folglich keinen Hinweis, dass der behandelnde Arzt einen Verdacht auf eine explizit allergische Arzneimittelreaktion hatte</a:t>
            </a:r>
          </a:p>
        </p:txBody>
      </p:sp>
    </p:spTree>
    <p:extLst>
      <p:ext uri="{BB962C8B-B14F-4D97-AF65-F5344CB8AC3E}">
        <p14:creationId xmlns:p14="http://schemas.microsoft.com/office/powerpoint/2010/main" val="9357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Breitbild</PresentationFormat>
  <Paragraphs>13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7</cp:revision>
  <dcterms:created xsi:type="dcterms:W3CDTF">2024-07-31T17:48:48Z</dcterms:created>
  <dcterms:modified xsi:type="dcterms:W3CDTF">2024-12-05T10:35:23Z</dcterms:modified>
</cp:coreProperties>
</file>