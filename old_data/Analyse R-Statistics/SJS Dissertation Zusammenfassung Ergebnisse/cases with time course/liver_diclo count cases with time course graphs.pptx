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7888E-AA3A-65E4-111D-98F5849F4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95D979-246D-C3B8-AF70-A1D343478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F31D95-34DC-9985-59A5-79EE9667D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4DDD00-7987-7F9D-DB29-4FF3F4BB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890AD1-7771-B62B-1C6C-D2171EFB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99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1FEC7B-656E-D6C6-B663-5E2532BE9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E6BA20-8AB1-5059-7E40-0E619D081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33F34F-43DA-F7B9-AE12-997ACAF2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A09A25-7C26-07A0-4846-DADEDA21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D040EE-F2BD-FC37-8EF4-BA53B759C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544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8A518-006B-E7CF-5293-99D84F8B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9D863A-DDB2-7D5C-1C74-8317F90BD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C0FE99-1076-94DB-D38A-24EAC270F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5AA557-C09B-E48C-3D72-7A43377B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0C6C5F-0A84-D90C-992C-4870F980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924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E7179-6F39-E467-261A-8BB2015D0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5DC264-667E-34CE-52DD-23C1A133F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E160E0-63AB-758B-2B08-ACD2EC95E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EA5EEF-5C6D-ED8E-6F60-78AEFD3B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922D8F-D582-5D23-A868-CC73F6DA2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802FAC-3B86-2440-98E4-440F3F2A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267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4B44F-BE00-7FB6-899E-D30602E5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22AD92-F27F-F4FA-A773-B5BF74148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30F557-FC26-DC70-A2DC-F84E0F63A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D9125E4-564C-7ABC-12A1-948FB752F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0AC573-4FD7-A6EA-1D7A-7A9326F21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1F1EEEF-0789-7251-3F3E-C3018CB0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81C43CF-8822-86A5-F8A8-13BC97048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182544-D802-9741-88F5-62386C80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753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7581A1-0C9E-28DD-CF32-E91F4E96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C734AD1-C03A-A032-8524-7CCE6409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020AA6-3638-B246-A223-1A4336086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A7506E-DEF8-2E67-A7F3-BE5F1AB1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504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C07EC3-DC9A-CFCC-00DC-07C5B0B2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841C0DD-2363-F574-DCE7-2EC7EABD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C02528-7B47-A6D3-9F1C-F3A44889E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35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5A713-E6BE-7715-15C0-5EB0319C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62301A-1669-6B1B-0097-946ECC997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BE81A2-8EF9-8B88-03FD-B9B0D10C45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1165B7-6214-D7C6-158B-5CE2ABD95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389890-D3CD-4216-40F0-6B12A6D1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B6A4D7-7811-70F0-C2C4-7131593C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902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D43CE7-8AE6-0A14-D4E0-49076E46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6CDD36F-6BAE-F996-EBEF-8B8754CC4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98B2C2-9EEF-2AEC-42DA-B7CF0A240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A97174-10EF-1220-0485-23B815BE5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F077B8-CE87-EDF9-8E16-8BC00DC0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64C6E8-5B23-640E-35FD-51C83DEB1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21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D525D-B44A-472C-F051-23C93AB0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D248C9-6D0E-3428-49DC-87339EFC8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30CEF6-E52C-1DC0-0679-698E26343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34746E-2F80-0901-4EF1-18EEB325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5DF083-40EF-EC42-A6D8-B23F1FC9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451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5F8259A-7731-8A2F-B8B8-6CB33D184E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1F3B42-ECCE-5F97-7784-CA0F835E7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C1BEC4-94A1-EF42-6358-98F90D60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F8D8A3-897D-C872-0E9C-A1D53192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6BED60-68A7-3C50-FD42-687CDB34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5587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03DF78-604B-BDEF-01AC-03F30888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3780D0-B37B-4544-5524-0DB3BB83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F502D7-478F-70B7-47C8-BF33661641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7A435-0D63-4138-BD8A-17879D401F48}" type="datetimeFigureOut">
              <a:rPr lang="de-DE" smtClean="0"/>
              <a:t>27.09.2024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F1208D-E7A5-6C29-5D6F-EE6C1AA3A3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525BA0-4571-E39E-8CE3-5F5F7689F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A3768-CC5B-4569-84BC-A7A5C0F755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787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DB63632B-471F-D950-DB9E-2AE3BFF81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60853" cy="367629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6E92987-F106-A3DC-A8B0-26BD9C9C1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146" y="0"/>
            <a:ext cx="5960854" cy="367629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A15297B-5AD3-EA9D-205D-D09973B1B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716028"/>
            <a:ext cx="5115464" cy="31549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DBEF7BB-43E7-731D-4D2D-E60C98CBB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0143" y="3637470"/>
            <a:ext cx="5221857" cy="322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5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8E228A6-7912-96E1-553F-163D713B6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520906" cy="340496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F2EC8BA-34CE-0FE0-1EA6-A7C2DBA15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093" y="0"/>
            <a:ext cx="5520906" cy="34049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A4BBE76-B1EC-C426-E279-7CAC0EE29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0278"/>
            <a:ext cx="5460521" cy="336772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1091EF4-2274-DCD5-42A2-FA5CDF59B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093" y="3453034"/>
            <a:ext cx="5520907" cy="340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1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8076FC3C-F20F-F058-45A0-785F0EF97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60853" cy="367629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8D3E222-CD11-DB4C-9120-4DF32B078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89" y="0"/>
            <a:ext cx="5860211" cy="36142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DB3416D-626F-D1BA-BA7C-03ECE6DFE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5846"/>
            <a:ext cx="5175849" cy="319215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645F04D-0AE2-1E58-E322-3D482FDEF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151" y="3665846"/>
            <a:ext cx="5175849" cy="319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0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53E84DC-4308-40C4-9FB2-E7CE633A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434642" cy="33517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5EDE1A2-84ED-6ADF-3A3E-DDEE8005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85" y="0"/>
            <a:ext cx="5730814" cy="353442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134AB3C-C6F4-02A0-B27D-29C8B170C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06238"/>
            <a:ext cx="5434642" cy="335176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422B7EA-11EC-34DD-E9A1-BBD16E2E3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357" y="3506238"/>
            <a:ext cx="5434642" cy="335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5AACD2B-730E-9CB6-4D59-A441D01C0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408762" cy="33358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1C5C387-D6C8-2B2C-2DA3-6A4ECF948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823" y="0"/>
            <a:ext cx="5653177" cy="348654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5E9F187-6A85-404E-D6B0-4C86C81F4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73" y="3371458"/>
            <a:ext cx="5653177" cy="348654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CBF6348-DFCC-DC43-1F2D-74FA7C7AE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087" y="3424662"/>
            <a:ext cx="5566913" cy="343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34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1687465-DD34-0EED-059A-EF67012EE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385040" cy="332117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8B3F9DA-55FB-FE4F-1BA7-4C2ACE188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960" y="0"/>
            <a:ext cx="5385040" cy="332117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89E109E-3983-81D3-0E1F-6F7CCD256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6828"/>
            <a:ext cx="5385041" cy="332117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63D7FE2-3937-5CE9-9C30-D2553AFEB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966" y="3440621"/>
            <a:ext cx="5541033" cy="341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4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5800ACE-D285-9E17-0AFC-B4C763D09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443268" cy="335708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C7E5946-5A5E-2F02-81D8-4388E2B9C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02" y="0"/>
            <a:ext cx="5627298" cy="347058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E03A50-E761-46BA-705F-50115BA47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00918"/>
            <a:ext cx="5443268" cy="33570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A4137DB-03ED-D63B-C7E4-226670781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730" y="3500918"/>
            <a:ext cx="5443269" cy="335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99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577F1FD-DA48-3E5B-623E-09E9F4C36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865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01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2</cp:revision>
  <dcterms:created xsi:type="dcterms:W3CDTF">2024-09-27T20:42:51Z</dcterms:created>
  <dcterms:modified xsi:type="dcterms:W3CDTF">2024-09-27T21:09:44Z</dcterms:modified>
</cp:coreProperties>
</file>