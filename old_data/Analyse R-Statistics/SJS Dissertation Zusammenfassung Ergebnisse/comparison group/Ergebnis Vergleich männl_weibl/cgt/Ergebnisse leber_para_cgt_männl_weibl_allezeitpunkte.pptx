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B8D1A0-324B-3A5C-432E-893870318B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02E1DDB-C2B1-17D5-FCF3-AC8E220FEE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CE3262-A91A-AEDC-1D49-A6656708E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7A80A-EBEF-45E0-8053-FEAF96184C22}" type="datetimeFigureOut">
              <a:rPr lang="de-DE" smtClean="0"/>
              <a:t>03.11.2024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086D6A-1EF6-DCA9-5021-089EB1084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B57D3F5-DF72-006F-A020-074FB688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3CCE7-505F-4E7A-8DE2-AE19133BE7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355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549F49-6869-D2DB-BA12-599711928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D38EE3-11D0-78D3-FA59-5B55139AC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7CB0534-61B4-1AE6-71A2-48B22CF84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7A80A-EBEF-45E0-8053-FEAF96184C22}" type="datetimeFigureOut">
              <a:rPr lang="de-DE" smtClean="0"/>
              <a:t>03.11.2024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12E497-3990-ADA9-CA9D-95E819F3D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F187B39-4D8C-1259-8D24-53ED66238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3CCE7-505F-4E7A-8DE2-AE19133BE7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453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019C23-55F3-2125-DC36-5B524929A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054DC30-0870-79C4-8455-A0AB8DD64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18360E-A219-AB3A-6B8E-CD980A9E8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7A80A-EBEF-45E0-8053-FEAF96184C22}" type="datetimeFigureOut">
              <a:rPr lang="de-DE" smtClean="0"/>
              <a:t>03.11.2024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2765FA-03C5-52BC-2209-2EF0F8415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151A66-4F98-0424-B89E-AE92A0795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3CCE7-505F-4E7A-8DE2-AE19133BE7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5103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632F72-A3C3-2B38-4146-5F4D23D70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3915A76-FABF-86CB-3832-CD8E89AEB5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14B5486-B3DB-0652-B53D-877196BD64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53F046C-2887-B5C0-74FC-E21DFFC5E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7A80A-EBEF-45E0-8053-FEAF96184C22}" type="datetimeFigureOut">
              <a:rPr lang="de-DE" smtClean="0"/>
              <a:t>03.11.2024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E97CD32-436B-8D75-92FE-7FCF3066B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ACA24BF-A526-B57E-150D-EB8C20DA2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3CCE7-505F-4E7A-8DE2-AE19133BE7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137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E66A65-CF45-A4A0-0053-08C84FB1A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5748F80-9230-1F2B-B571-099402A9F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B258808-1CCC-C456-EDD2-D147A5541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097DCF9-EB39-AF93-811E-C9302851AE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3BD9E94-5C06-D2C3-4D58-30E5704BF1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1E9191A-703E-BD76-B013-E113EC013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7A80A-EBEF-45E0-8053-FEAF96184C22}" type="datetimeFigureOut">
              <a:rPr lang="de-DE" smtClean="0"/>
              <a:t>03.11.2024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9E1EE00-8217-C4A8-75E7-94EF357EA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CC36AEF-797C-88E1-67CA-C65FA7269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3CCE7-505F-4E7A-8DE2-AE19133BE7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1118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C2DFAA-31AD-BA7F-5863-ACD2A0F0A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C307C8C-62FD-84B4-389F-F38AF1C58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7A80A-EBEF-45E0-8053-FEAF96184C22}" type="datetimeFigureOut">
              <a:rPr lang="de-DE" smtClean="0"/>
              <a:t>03.11.2024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C565EA7-FEBD-64B3-C8B8-C6BF588CA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4773825-8E8E-3C47-1604-048DED9ED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3CCE7-505F-4E7A-8DE2-AE19133BE7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4642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2B121B0-1A79-CCCD-977C-CBBDC7416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7A80A-EBEF-45E0-8053-FEAF96184C22}" type="datetimeFigureOut">
              <a:rPr lang="de-DE" smtClean="0"/>
              <a:t>03.11.2024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EE74536-4DE4-985C-FDD3-E575B2857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3125099-F4CF-D225-5B37-D637AFD22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3CCE7-505F-4E7A-8DE2-AE19133BE7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4898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FCE5E4-280A-6F15-82A2-0BA2CF275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43CBA4-EABE-E402-0547-41B2B15D0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FBA8CF7-6F43-14DB-6497-8B36B8B8B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570B228-3D64-A0E3-9ACE-18E0E5054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7A80A-EBEF-45E0-8053-FEAF96184C22}" type="datetimeFigureOut">
              <a:rPr lang="de-DE" smtClean="0"/>
              <a:t>03.11.2024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03BB7E-0F51-BEB8-1807-245D7DB42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CDD6B3A-2FC0-78C8-C926-D39AC4924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3CCE7-505F-4E7A-8DE2-AE19133BE7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8179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83A2A8-805B-CA92-3BEC-B2CD08F18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980D52D-6969-8B50-A8C3-FE814FDF3D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BC9DAFA-A82D-3791-49FE-2681B709F9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0DD2F9F-A755-5486-4EFE-0C80B04B2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7A80A-EBEF-45E0-8053-FEAF96184C22}" type="datetimeFigureOut">
              <a:rPr lang="de-DE" smtClean="0"/>
              <a:t>03.11.2024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8350384-B6DF-2090-1DAE-232463EAB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F29E00-3B12-9155-9878-0B07D8E53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3CCE7-505F-4E7A-8DE2-AE19133BE7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2596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15F02A-6E7D-1232-EC5B-6AE546FFE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0FA66AF-2E5F-37BF-106B-23B6544C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DD43A0A-E3F4-E6C9-64A2-A93DA756A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7A80A-EBEF-45E0-8053-FEAF96184C22}" type="datetimeFigureOut">
              <a:rPr lang="de-DE" smtClean="0"/>
              <a:t>03.11.2024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76C232-E966-A036-14C2-DA324B994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C6A53E5-EB3F-751A-203C-24998C07D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3CCE7-505F-4E7A-8DE2-AE19133BE7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4654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58908D4-1637-D4B2-5C03-427A9D327B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58CC53C-95CF-A4C0-C7E4-7D5213340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8C8CDDB-52E7-DACC-60F1-8C5B8FD7A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7A80A-EBEF-45E0-8053-FEAF96184C22}" type="datetimeFigureOut">
              <a:rPr lang="de-DE" smtClean="0"/>
              <a:t>03.11.2024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BDAB91-4D8B-3923-E240-FA67AADEC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5C72F6-F140-05FB-8DD6-944C07BDC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3CCE7-505F-4E7A-8DE2-AE19133BE7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029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A848639-403B-723A-FC74-D40739F9B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4FC2EFA-0B04-B9B3-B2A1-B8FC5B673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869727C-7CDB-F6AC-B683-4906F58614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7A80A-EBEF-45E0-8053-FEAF96184C22}" type="datetimeFigureOut">
              <a:rPr lang="de-DE" smtClean="0"/>
              <a:t>03.11.2024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86DE7A8-866E-49E0-441D-69537D63AF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80122E-4B17-A8ED-1D9F-79EB00B2A0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3CCE7-505F-4E7A-8DE2-AE19133BE7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0731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595BBBE-13E0-B636-823C-1A382B95E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4588" y="0"/>
            <a:ext cx="6317411" cy="1102612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4A7FB37-9FC1-7916-8493-BCD5308B5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874588" cy="3625460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C4181710-C6EE-3F34-59B4-F981AEE32B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1078" y="1102612"/>
            <a:ext cx="4850921" cy="2993711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4BFD7C73-0F20-D07B-044D-C68DFFF3D1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597920"/>
            <a:ext cx="5460521" cy="326008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0FDAFB83-DEE8-0049-5CCA-DEEA371B10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3351" y="3976776"/>
            <a:ext cx="4668648" cy="2881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64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45C7A4D-2C00-B01B-9517-A3F5C4E20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1064882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6D50033-98AD-53C6-18FA-69BB8C336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79698" cy="3566899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73E19DBB-3E36-DCEB-09DF-FFC7E0E38A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8936" y="1064882"/>
            <a:ext cx="4963064" cy="306291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1D99C643-96B8-553F-3D79-9E5437FD1E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3992" y="4008028"/>
            <a:ext cx="4618008" cy="2849971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25FB118-91FC-82A1-9A9F-9540A89A9B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541316"/>
            <a:ext cx="5374257" cy="331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922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947D1937-D4EC-52C6-934A-CF2B5A1A0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984" y="0"/>
            <a:ext cx="6188015" cy="108133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2B53D6D-42C9-2080-71D7-7D3DDBA8D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598543" cy="3455101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614EDECA-B2F2-6D45-4B4A-921A31A7F9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8935" y="1081330"/>
            <a:ext cx="4963063" cy="306291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9BD1259-9BB8-22F6-9D76-32BDC5D807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2712" y="4019908"/>
            <a:ext cx="4829286" cy="283561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73B7714-448B-EECC-A2B7-BA2A39ADC5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455101"/>
            <a:ext cx="5509946" cy="340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097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2C633617-2421-729B-A1B5-6F517D351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456" y="0"/>
            <a:ext cx="6360543" cy="105351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424950B-2848-9DB1-695D-0C9C491E4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27940" cy="3534957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A2F2E5DB-F7F0-4460-3570-29FF5B0194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1298" y="1053518"/>
            <a:ext cx="5040702" cy="311083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18517DD8-1B6A-DEAA-0CD8-E2E4AE9417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6740" y="3997382"/>
            <a:ext cx="4635260" cy="2860618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082397C-ACD5-7F16-426F-4C91A86A4F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530668"/>
            <a:ext cx="5391509" cy="332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339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8ACD2FD5-6BDA-111F-2621-5F67062E1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4204" y="0"/>
            <a:ext cx="6377796" cy="77956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583EEFB6-F60B-CA71-DA1E-2F2FD0AA1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589917" cy="3449777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ACEA2702-5C2B-9D34-041D-530D06588E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9416" y="3449776"/>
            <a:ext cx="5522584" cy="340822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C92333F-0D40-82A0-CC67-65A36478B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6" y="3450958"/>
            <a:ext cx="5520669" cy="340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667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818B78B-9005-FDAE-E9BF-EAFD92D8A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146" y="0"/>
            <a:ext cx="6722853" cy="111247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4657471-5503-5FF7-9F82-D044CB84E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69146" cy="3375244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A8C555EE-6DC6-8F2E-A25C-21E9FDD0FA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4210" y="1112475"/>
            <a:ext cx="4807789" cy="296709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284191C-C1D6-BE70-B4A6-C892BD6E4E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4980" y="3965440"/>
            <a:ext cx="4687019" cy="289256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F45D022-1F54-13DF-ECF7-515362E345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335673"/>
            <a:ext cx="5710687" cy="352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279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lw-r</dc:creator>
  <cp:lastModifiedBy>lw-r</cp:lastModifiedBy>
  <cp:revision>2</cp:revision>
  <dcterms:created xsi:type="dcterms:W3CDTF">2024-11-02T18:45:36Z</dcterms:created>
  <dcterms:modified xsi:type="dcterms:W3CDTF">2024-11-03T11:49:42Z</dcterms:modified>
</cp:coreProperties>
</file>