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D844D9-CA5A-B93A-DC38-D002AB69A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E37A63-2BC4-958A-B515-C5992208B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D67E9A-D914-9C5E-7986-54C9C866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41C00A-1323-B78A-5F73-AD1C3653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AE5048-ABEE-A227-4AB1-45458C1D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8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8608F-ED20-4F9F-E80B-1ECD1108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11844E-2CC1-1B3B-24C7-028794769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5E7E91-0383-3E14-0625-BAB61469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883BFB-A42E-E824-58C4-EAA6AEA2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95F255-A4D5-DFB9-0143-F7E10744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93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DCD6A-627B-967D-C562-E208C143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7AF9F9-BAC3-E0CB-09F1-061324701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B35FB4-5110-AFA0-275A-B7A68D41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0E1CEA-415E-1D4A-B8C5-56247780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D60526-A740-53E9-7CE0-592E212A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90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C60D4-09FA-CA76-DE65-A1DA7920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D47DA1-6C4B-6029-A052-68F0259D5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E29EEB-FA15-29FE-0788-2239C5193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788459-3917-67F1-3E83-78EBC33B5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98379B-D74A-F19B-5173-25A76088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325C34-53A3-9E4E-0338-5183B0B9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274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27259-AF50-A47B-697F-5CC5813B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1E301D-EA2A-E732-0502-217E5524A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9A19B8-CF41-92F1-BC89-C8C1E5A82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724C56-2759-5784-0B6F-316104EC7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B432B7-F510-1D7A-5AE1-4D166DE16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42A9EC-9122-0180-2138-EFED7E7E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067C37-573B-272A-1024-9611211D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B14262-6F77-71A5-231D-88A315D1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9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1A993-E9BE-E881-6CCD-4008645B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AD1F13-135E-35D8-A130-AEE712EE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2500D2-E0BC-47CE-4FC1-E975BCF8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BD647A-8FA3-D386-3BC9-137AA606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05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E41108-7520-E70A-D3D5-70A14F28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E98BE46-3CF8-3B98-BEBF-AEE47D3C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5831FB-B126-E2D2-174D-3ACDED66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59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212A1-7D7C-135B-5D85-FBA657F1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15C08E-DE32-B218-5098-C64FFC64A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E0AAB2-92C0-3D90-8EFF-663274CB0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E42585-B966-7FF3-509F-E20BF0D0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B908AB-3E49-32A4-8433-C8D40535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CF691E-8DA8-310E-F230-461484AA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64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C4FFB5-7967-5AF9-3E39-6B54B76B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1B2B12-9370-2F5B-0904-B02F00C91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E6CDD3-61EA-A4C0-DE53-DCDA8CF71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D5D3C9-50EF-2593-E106-CD9DA8F3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1B80A5-79C1-0628-A8F6-37930F9C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1964D6-2D4A-1C4D-68B4-43081F77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60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0BC73C-8AAC-4D6B-24BD-EBBD8682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05F9FB-1297-7A73-C3D0-A63670E8C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BBEA92-334A-13EF-6914-3793B920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2AC552-2AE8-FC8E-AF39-3FBE229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D19DC5-4013-3BDB-FA5C-06DD0BE0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68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0F341D5-5616-A47F-30A0-A3F78383E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F938C9-654C-530D-50DC-BF76A6260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44E716-DEE3-B8C5-7C91-849C4D3C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A49E06-4F73-EF27-E0D1-93CA70A8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3B9DA4-7F46-4033-1798-5E79E567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48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65092D-C3F1-7111-49AE-1DB19F47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B0C696-89CE-3C6A-B3BE-E06B1D5C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5D849-4205-B804-DA06-BBFB53331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E5660-94E9-4902-8032-07A22FEB33F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4098AD-D10B-7268-169E-DF5343508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90DAFA-B3CF-1A18-DFE9-7B2E2244E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88469-E133-4B52-A637-CD0BE43684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602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92018C8-8A76-2522-BBE3-C7C515D1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0723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9E339F4-65B1-6184-EF4B-6DBD8429A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7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30943F4-224B-646A-D9EB-48323399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6" y="0"/>
            <a:ext cx="6239774" cy="105585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22995B2-9B15-0C3A-EB90-3CCB77522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2666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0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671F5AF-3AEF-A3C9-4C3B-026D84B4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060" y="0"/>
            <a:ext cx="6489940" cy="10943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EF7A5AE-8ECF-DCB2-E8F4-C6A89525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02060" cy="351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5E3DE88-AA2F-AB6D-5E75-9CEC680B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238" y="0"/>
            <a:ext cx="6170762" cy="10633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EE26BE1-48CC-6A0D-B03F-7434994DD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21238" cy="371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2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132540F-C3AF-17C0-8A71-27518BAC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20" y="0"/>
            <a:ext cx="6274279" cy="106646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A748DE8-A81B-FD4D-D739-6D4044D9B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17720" cy="36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9117AF6-E664-4307-49A0-A301D3A82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852" y="-4313"/>
            <a:ext cx="6231147" cy="11370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D4595B9-E42A-CA91-9D66-89D636F7F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60852" cy="36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4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DC147D6-AEAE-7E73-C89E-9887A23BF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62" y="0"/>
            <a:ext cx="6326038" cy="10985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8BD17C0-F362-954F-9CDF-5CF8597F1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65962" cy="362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1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0B364FF-5644-31EF-085F-649328CC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576" y="0"/>
            <a:ext cx="6386423" cy="11149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2F29317-E58B-9EDC-2356-C006803F3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00864" cy="35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1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35063FD-7C8D-D378-D919-B2862105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84" y="0"/>
            <a:ext cx="6188015" cy="106409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185FB4E-F82A-1C01-A564-B5153792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03984" cy="370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4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1B50788-B649-CBC5-3A35-262124E2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238" y="0"/>
            <a:ext cx="6170762" cy="110179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A603C22-30C1-ABBB-AF03-5A34697F9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21238" cy="371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81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3C74C1E-DBD7-DDB9-01B3-EE878A102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0903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00BC429-1B52-A71D-E543-671116D5A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99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5DDE4C5-8E52-C479-BDEC-DF50ED637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830" y="0"/>
            <a:ext cx="6369170" cy="11034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5BADA99-DE9F-E482-73A8-2DA9A4DB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00864" cy="35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49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2024-11-02T10:53:46Z</dcterms:created>
  <dcterms:modified xsi:type="dcterms:W3CDTF">2024-11-02T10:54:00Z</dcterms:modified>
</cp:coreProperties>
</file>