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3A1EE0-2E63-AF88-7938-5EB07EF22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F213D0A-0EFC-6022-849E-DD4656869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3C2709-4035-839B-B6F6-DD70B074F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C5F7E-A1C1-414C-875F-6A6A428A5C89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86E3D5-949C-6A37-3BC2-29DA30F15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CF69F0-1A68-0244-6479-5806FD79D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B2EBD-A809-461D-A68F-843B7E2570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2430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32EAF6-0003-5362-CC0C-7E90DD692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B7E183-3703-25EF-D05B-5EAD19911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1D482D-D8E1-26D2-AA28-EEB823DA8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C5F7E-A1C1-414C-875F-6A6A428A5C89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2AB866-269C-7853-BEC6-8234EBD37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AD795A-5DF3-B6BF-AC4E-3E516600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B2EBD-A809-461D-A68F-843B7E2570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7796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4C86AF-D225-A555-4C72-74839E2F0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DD5A1E-513F-6A31-669B-C0EB0E516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D5B360-B840-BAB3-BF95-3D4BD87BA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C5F7E-A1C1-414C-875F-6A6A428A5C89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10BE73-3394-3DDD-B7A2-B2AF774B1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215FFB-4F01-480E-7736-080B1C58A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B2EBD-A809-461D-A68F-843B7E2570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2435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C5901D-0EEB-E926-6E62-2C2E56E47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B5AD14-CF22-9BD2-691A-D35AF0A252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5171F42-5428-D12A-AA22-F03A0D21A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6D85DFB-1ADA-CF87-B3B3-B8F1E0301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C5F7E-A1C1-414C-875F-6A6A428A5C89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43C16E-7057-35BB-E02C-B78231B18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3B27E6-318D-90E7-BC81-3A42C6AEE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B2EBD-A809-461D-A68F-843B7E2570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9340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471269-8082-2B36-5E15-28C4F0815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70B99F-9F4C-3A66-E127-D9DF6FADC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3B65722-ECA7-EAD8-4889-50A059D53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F04A8AC-F179-2AFA-7004-E4C82112DE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969A42B-0C91-093D-400F-CBF16F3713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29B86D2-8925-F626-2967-EBBDB530F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C5F7E-A1C1-414C-875F-6A6A428A5C89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2D8600-C247-E0D2-CBC9-B55B3EF03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B431C54-5853-757E-8F65-B6BDF808F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B2EBD-A809-461D-A68F-843B7E2570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371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C8655E-913F-55BF-61F0-564D0B7A3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4EF497E-843A-1DCB-1B95-B178FED61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C5F7E-A1C1-414C-875F-6A6A428A5C89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736EAA4-6F0B-B650-D382-119AFF71F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B78142B-FC7B-5866-9C02-450F94E47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B2EBD-A809-461D-A68F-843B7E2570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2193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AF16FBD-B19D-D200-D5AA-F5B58CD9F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C5F7E-A1C1-414C-875F-6A6A428A5C89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05CE50E-C4B3-ED9B-01DB-C44117E78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6A8A08B-CE9A-F4D5-7C47-26F556532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B2EBD-A809-461D-A68F-843B7E2570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606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D9D218-E805-7621-FA60-414D8EDF0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42A55E-AD2E-F0D7-84E5-B3AF8FC87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EF9C89A-C706-1006-3565-6F1607467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CF87ED4-B378-44D7-803D-136CD4B74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C5F7E-A1C1-414C-875F-6A6A428A5C89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85E8D1A-D06D-2AB0-CC91-306E45C4C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F2A5FCD-2D6F-5A89-4438-8DF1D3D08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B2EBD-A809-461D-A68F-843B7E2570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118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9B8057-B36A-69C6-151D-76B8A9382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097D528-3FAF-5A3B-D975-9797E0A9F9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E958551-037D-C60A-97E6-B442A799B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C86125-A138-9060-2185-599CAB261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C5F7E-A1C1-414C-875F-6A6A428A5C89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C36CD5-6334-F9EF-D6C7-9998F66F0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C035BD-F4F0-C6D1-8F29-609FCA66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B2EBD-A809-461D-A68F-843B7E2570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6355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D6F0C5-FCAA-AA5E-A68E-FC59A54BC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167D525-C80A-1B85-FA05-65A9D69C5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7D74FE-5AD6-B396-4AD0-CC14A4911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C5F7E-A1C1-414C-875F-6A6A428A5C89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A6B8F8-029A-2F0E-AB1C-8B36DCA24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E5C7D8-89FA-2D1D-5138-1734FE13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B2EBD-A809-461D-A68F-843B7E2570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3593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E82C8F5-2568-3E31-42F7-8233AC6118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0199862-F5C8-E583-4165-524E530BB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9011EC-BC01-41D2-383B-31D4D8F69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C5F7E-A1C1-414C-875F-6A6A428A5C89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BF0616-15BD-F918-BC55-13289D260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09CB79-BECE-6ED1-6420-BBB766A3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B2EBD-A809-461D-A68F-843B7E2570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4713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DA6BBAA-66ED-3BFC-4FA9-278C18392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F108D9-26A5-4B25-2B91-F95FDA219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9FFAC8-04E2-E276-14A9-4314026AB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C5F7E-A1C1-414C-875F-6A6A428A5C89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69C999-8912-3651-1685-9CEBFFFD4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ABAC11-1387-B95C-40AB-29611FA30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B2EBD-A809-461D-A68F-843B7E2570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4938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E9CA962-54D1-B5E4-FC2C-9A6052D8B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238" y="0"/>
            <a:ext cx="6170762" cy="105664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0F2CE03-AF3B-04AE-3ED8-68308E472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21238" cy="371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27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487D77A-DEB2-300B-B309-E3BA27514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984" y="0"/>
            <a:ext cx="6188015" cy="109034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F123E23-0AC6-E9F1-AF3A-4AE69378E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41675" cy="348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779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8B750C5-1AE6-4D1C-CBBC-A07BD50A0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766" y="0"/>
            <a:ext cx="5998234" cy="111976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77E433A-C0DA-322F-5AEC-74C39594F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98234" cy="370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494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4BA13F3-7457-39E7-D4F7-6E22C6357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312" y="0"/>
            <a:ext cx="6472687" cy="109449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6ECA8A7-7035-4C30-EAFB-226A0E895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16997" cy="352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17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320CA0F3-81BE-DA48-1E38-A703CB754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111082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4E3E461-4D5A-E991-D1A5-FF29E8BA7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48709" cy="360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827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56F2D4A-7898-C9B6-EAA9-8520348B0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720" y="0"/>
            <a:ext cx="6274279" cy="105742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1078C7E-3C78-E0F0-A7CE-4F8823E14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17720" cy="365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905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22CBDA3-537E-D3B4-B94C-5990BC986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422" y="0"/>
            <a:ext cx="6567577" cy="109773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F9B2ADF-C82F-6EC6-1358-ABB68BE08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24422" cy="34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229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1</cp:revision>
  <dcterms:created xsi:type="dcterms:W3CDTF">2024-11-01T22:32:49Z</dcterms:created>
  <dcterms:modified xsi:type="dcterms:W3CDTF">2024-11-01T22:33:16Z</dcterms:modified>
</cp:coreProperties>
</file>