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C4387-8C3D-2D66-78CC-DA83348F2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57E16F-48AB-C400-7ABA-ECBCF8C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C514E3-61BC-CB2F-52D2-57F976DC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88D766-DFDF-0DB8-4CE8-8C7DE2E6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BC3C06-76D2-9C03-FE9E-44BBD42D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5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61EAE3-91B5-0802-BB17-9031FF1A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C523F0-EF61-1706-D1FD-C755796A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EB2FED-2D63-A51D-0D0D-92F70C58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C428A5-810B-4CD3-B9FB-1727F955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62C13-94C5-489D-3D61-918CE8A4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89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3F46D-2B41-2E9B-0CCA-A65179D5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B6955B-098E-FB16-591D-4E4CB4959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91D950-457E-B25F-5882-355B8BB5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E95ED7-DDAE-15F6-D059-A6B7B030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B698D5-B9AD-E3D7-412D-EE04FD39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66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97D9E-4C67-B8B7-BC41-FFBA231C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C8CB18-6E28-1D17-C67C-DBB352CDB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1BA442-B569-F0DF-E8F0-EBDB43F79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7522FD-1ED0-CA38-FF94-F5F3A8AA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CC2011-0AF9-EEAC-D947-367C1DE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3BB8D3-8450-BC63-9987-EFC47A27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87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DD436-FB00-BDAD-9579-02AE5387D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76DBE0-5BB9-7DEE-834E-318CBD47D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D3A3B0-8770-F1DC-90C0-0C4518982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0D3D19-446B-A15F-B670-BBE4E4D91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6DF5F0-C9C0-6218-24A8-CA3B96A9F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9B305AA-8BA6-A297-1A4C-11E217F4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424542-4F95-8D2D-51FF-C53C659B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E96C62-DA84-F457-3C32-92539046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02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438BA-4266-6D6F-D4D3-40411D87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5279F0-3E15-E973-C914-27035066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048F5D-2494-D739-F7A9-427D4835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3CC4EC-A9A4-9C2D-391A-B4DF7A5B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099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B713BBC-A6DB-431D-A8F4-284CE173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B14F5-0B57-E7DF-634B-FAA091CB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C8B1E3-DF3D-D190-4784-79E76D322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28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6F185-AEAF-2C06-7EDF-CB9CA501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CB5065-A027-0D5C-7010-B4DC293C5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00F363-7E7C-F053-EF4E-0E048D68A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8ADEA1-9284-25A8-EF14-08835686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EE177D-CFB2-2E41-2F72-CAB1DAA2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DD1214-B4A2-AAE8-7EA1-D0F05CE5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E3BBB-258D-0A81-A61E-590D34973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4122EC1-CB74-CF8A-28C6-5E64FF44E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E24A04-058A-0512-6254-43074A68D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0C9FC2-10BA-E519-D486-A76871B94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55FBC4-8A03-A33E-011F-EF628998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60CEC9-F6CB-EBAA-3FF5-D497D21D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377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192A4F-2ADF-8E9F-C472-E10A76BE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08C7E5-BBFC-FA6E-B5AE-3D4A591EC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A6214B-8C32-4C8F-F047-991A4CA7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D9AE47-D215-1BFB-ED39-756072D6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443AD8-2C22-3BEA-6234-8AD698CB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918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092506D-4CB6-F4BD-D848-2CB549AA8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08F903-5F81-E042-6B2B-25BE29E68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81E63E-3E08-EF46-23AB-3CB86E61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954C38-02FD-CB52-7C3D-6EB37EAE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1DE003-E50B-0447-F44A-B6DAC8EE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19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354506-B72C-9EA6-04C3-F4A46C5C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150AAE-D0F1-22D0-2F27-328897EE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47F659-03D9-D9A2-B98A-AEBC824B4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8B1A8-E2A3-4C4F-9C49-02F5ACD6741E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0828AF-129B-639C-8C2A-511403169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F0DDF4-27CB-8ABB-E402-48BCE3912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D5644-28DD-40AF-8321-466125F0B3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533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C7C799C-9B62-CF40-CB0A-62F9FEB4BB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B04E98A-8C3E-B601-EADE-3A7AD594BF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ADDECD-BC54-23D4-48B4-9861D1F8D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800"/>
            <a:ext cx="5607171" cy="346500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042F78D-A5EC-1B25-DB53-612F1DF63E19}"/>
              </a:ext>
            </a:extLst>
          </p:cNvPr>
          <p:cNvSpPr txBox="1"/>
          <p:nvPr/>
        </p:nvSpPr>
        <p:spPr>
          <a:xfrm>
            <a:off x="3655423" y="287823"/>
            <a:ext cx="1831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Pat. wurde im guten Allgemeinzustand entlassen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36B051B-2BF7-27F2-9959-071DB7C56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090" y="-68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3D57FD3-2FED-CA4A-FD23-16F132061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22198"/>
            <a:ext cx="5548911" cy="342900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E306B89-58B0-1545-3A96-BA1B5763C61E}"/>
              </a:ext>
            </a:extLst>
          </p:cNvPr>
          <p:cNvSpPr txBox="1"/>
          <p:nvPr/>
        </p:nvSpPr>
        <p:spPr>
          <a:xfrm>
            <a:off x="3620918" y="4102060"/>
            <a:ext cx="2007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Entlassung im nicht erholten Zustand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9976415-0B73-F954-1D1B-4E1FD91E8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377202"/>
            <a:ext cx="5621725" cy="347399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2B3B7119-5409-4CE3-CB6A-CB2EE466B0C1}"/>
              </a:ext>
            </a:extLst>
          </p:cNvPr>
          <p:cNvSpPr txBox="1"/>
          <p:nvPr/>
        </p:nvSpPr>
        <p:spPr>
          <a:xfrm>
            <a:off x="7467975" y="3855349"/>
            <a:ext cx="1949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Entlassung bei gebesserten Rückenschmerzen</a:t>
            </a:r>
          </a:p>
        </p:txBody>
      </p:sp>
    </p:spTree>
    <p:extLst>
      <p:ext uri="{BB962C8B-B14F-4D97-AF65-F5344CB8AC3E}">
        <p14:creationId xmlns:p14="http://schemas.microsoft.com/office/powerpoint/2010/main" val="391967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3B9165A-BF44-FD74-FCF2-9128258A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-1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AD242FE-9019-6715-FCC2-BD35EEFE3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348" y="0"/>
            <a:ext cx="5490651" cy="339299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0198429-2410-2C0D-A055-BB21478A9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3428999"/>
            <a:ext cx="5548910" cy="3429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CA5AFAA-E3EA-2CFA-7859-90C263FD2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088" y="3392998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10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64901B3-1FB5-7A0D-E935-F3AE4B298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857604" cy="36197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63CB960-1195-A670-DCA9-E3573FA48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393" y="0"/>
            <a:ext cx="5857605" cy="361976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A8ECA5F-DDCE-13B8-2217-01F8A804D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0236"/>
            <a:ext cx="5287992" cy="326776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53163CF-E716-28F9-7899-93543C711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004" y="3590234"/>
            <a:ext cx="5287995" cy="326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4875D69-B6CC-F447-9ACC-6FE5C9B6A1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DEC056-2177-E2DC-34F2-65594A516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302292" cy="32766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7EA8CF2-10F6-5F35-9D6D-8C4082DE4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618" y="0"/>
            <a:ext cx="5302292" cy="3276600"/>
          </a:xfrm>
          <a:prstGeom prst="rect">
            <a:avLst/>
          </a:prstGeom>
        </p:spPr>
      </p:pic>
      <p:sp>
        <p:nvSpPr>
          <p:cNvPr id="6" name="AutoShape 4">
            <a:extLst>
              <a:ext uri="{FF2B5EF4-FFF2-40B4-BE49-F238E27FC236}">
                <a16:creationId xmlns:a16="http://schemas.microsoft.com/office/drawing/2014/main" id="{0459CF0E-5864-CE3F-607C-D6C96C1D56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83F0701-8CA1-1AF4-AC3B-BFEC242E4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8999"/>
            <a:ext cx="5548910" cy="3429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5601943-92A7-9EE7-EBED-FFD02E208C64}"/>
              </a:ext>
            </a:extLst>
          </p:cNvPr>
          <p:cNvSpPr txBox="1"/>
          <p:nvPr/>
        </p:nvSpPr>
        <p:spPr>
          <a:xfrm>
            <a:off x="8195094" y="310551"/>
            <a:ext cx="279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Entlassen ohne weitere Info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EDAAE1F-6650-BEE5-575E-008C977B712E}"/>
              </a:ext>
            </a:extLst>
          </p:cNvPr>
          <p:cNvSpPr txBox="1"/>
          <p:nvPr/>
        </p:nvSpPr>
        <p:spPr>
          <a:xfrm>
            <a:off x="3209026" y="3733800"/>
            <a:ext cx="3191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Im deutlich gebesserten und stabilen Allgemeinzustand entlassen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ED7443D-F4D3-DC12-1967-0471FE266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1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5BE562D-2463-C43B-C4BF-54C384D03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2450B18-E963-2829-8BEC-F74157328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FB8EF96-F84E-8A43-62F1-56E2AFCB5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9C60112-CAF2-A690-5196-26E7744A5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46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3</cp:revision>
  <dcterms:created xsi:type="dcterms:W3CDTF">2024-12-02T14:04:07Z</dcterms:created>
  <dcterms:modified xsi:type="dcterms:W3CDTF">2024-12-04T19:31:05Z</dcterms:modified>
</cp:coreProperties>
</file>