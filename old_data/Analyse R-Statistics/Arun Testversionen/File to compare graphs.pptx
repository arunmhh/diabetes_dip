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7B587-4169-2E5D-A6A2-6CD90447C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674C16-A6B7-E8E6-F570-035B1F3B9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C0A1E1-D616-B03A-687D-AEFA2638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4EF82F-1D64-6AA8-E31D-61A4DA59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FE68F4-A0A4-2CDD-8DA2-36101225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850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85A6E-879A-5656-A241-A4A4E81C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725D79-6880-7502-7920-2BA010440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BD3F6-76A9-C69E-249F-F6B9BAC7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CCAA2F-8B88-0FB4-9BFB-2F08B2EE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0B62AA-E127-230D-DBFE-2C5703CE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743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61DF2-0FDB-15F1-ED16-7D3567E3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F674E8-D52D-6BF3-1FFF-484FFB9D7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FBDF4F-966B-7438-6260-BF2FEA0E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37AB79-A895-E17C-C3F6-06FA2C91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D5524F-8306-F890-FDAA-44E7FDF0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69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45E6A-BF31-BC62-E9D4-5DF52532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E6AEAB-DF5E-56DC-9955-EC191DBE9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7B352E-437D-F751-B762-8B0CEB68A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775304-542C-F4DD-65F8-24B88EC7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26C42A-B002-5062-084C-310E5B0A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E33F86-BD93-41F8-729B-A1A0DC58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83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81C777-4485-063E-890B-6123A68E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933AF-5FB6-3F23-59A3-9CE88D89D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9AB4B1-1375-A883-B6FD-F6052F09C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3464E0-9275-6820-A92A-59E27866A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193640-F0E8-63BE-F3BA-CE3B123FC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9BA2C3-3ADE-5531-52BC-891160AE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65A309-B751-F07D-2473-F22FE763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FB8D5B-631E-9322-0E3A-FB5C1F8F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3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BE52C1-B15D-6C13-0559-D52DA46C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A5F28B-C7DE-2303-B129-70790C434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675946-66EC-C8A6-D7E9-B5877AAA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6FFEA5-61C7-FDC8-A40E-3B82B458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0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2B096F2-92FB-7E91-D7C4-B9FA3A14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69FAA0-9D83-9721-F14B-2F7EE1D8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49E313-4523-8818-0714-459ECB2B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08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CF73B-AEE5-B590-1A13-50C05E14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EF46C2-200A-2511-59E2-E0C03CB86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E52906-61B3-6104-8E3F-8572225DC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DF6A34-D09A-5DB9-C137-7DC38E23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DBA7D5-9275-E5C7-F44E-0E9DDE98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6E3881-C2FF-992E-CE2D-B1686E2F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699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3AFD3-018C-265E-75A0-9506D23D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C5C4D9-E1EF-0CAF-4222-FBF0569C7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F2BF42-16C0-E39E-EAFC-C1B522A88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A88658-2CEE-26D1-635F-8757FB85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A132E1-789F-FA26-DD02-72C86466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5FFF9C-BA2F-7D07-A9EE-8C17E2CF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8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9143C-F3ED-5FC0-124D-3E2946FA1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C46BD2-AEC0-6722-7E8F-7A918CB5D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EA6C5E-6934-98A2-85D6-7117A8B8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288C4A-3D9E-E372-30AA-2A8F649C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88315F-A4FD-9FC0-AC80-97B520BE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B52F1EB-F3BD-85DF-ADB6-AE5514E42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D4E9DA-D682-4CB1-2A20-F68B21763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D1B6FE-355C-35B4-52B9-7B697E65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4CB11-253A-0A30-DFB3-F989DEAC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C3E176-644B-0A75-C06E-E21820A5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7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88C04A6-EFEC-28F7-525D-F30ABDE8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8609C4-1686-FF04-0AAA-8AEE3A434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040A01-612B-2692-8926-82033934C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3146D-49D5-4375-AE19-B6D8B90B43E4}" type="datetimeFigureOut">
              <a:rPr lang="de-DE" smtClean="0"/>
              <a:t>02.06.2024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02FE1F-BE71-A2D8-3205-212675CD9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1910DF-B39E-8026-9662-5DD65CC29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1229E-0752-44BF-B2D3-5D9A470DFB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306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BAFE681-A843-632A-23F2-5285429B4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11097820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DCC88CE-710F-22F8-19A0-E0E9DDDB4BDA}"/>
              </a:ext>
            </a:extLst>
          </p:cNvPr>
          <p:cNvSpPr txBox="1"/>
          <p:nvPr/>
        </p:nvSpPr>
        <p:spPr>
          <a:xfrm>
            <a:off x="2003485" y="57877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1st </a:t>
            </a:r>
            <a:r>
              <a:rPr lang="de-DE" dirty="0" err="1"/>
              <a:t>graph</a:t>
            </a:r>
            <a:r>
              <a:rPr lang="de-DE" dirty="0"/>
              <a:t> Boxplot </a:t>
            </a:r>
            <a:r>
              <a:rPr lang="de-DE" dirty="0" err="1"/>
              <a:t>of</a:t>
            </a:r>
            <a:r>
              <a:rPr lang="de-DE" dirty="0"/>
              <a:t> ALT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gender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123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6101DD8-16E2-37B1-A71E-5F88C80C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1109782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8B6970B-548C-4B35-8A08-1332A49D248C}"/>
              </a:ext>
            </a:extLst>
          </p:cNvPr>
          <p:cNvSpPr txBox="1"/>
          <p:nvPr/>
        </p:nvSpPr>
        <p:spPr>
          <a:xfrm>
            <a:off x="6825651" y="207836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2nd </a:t>
            </a:r>
            <a:r>
              <a:rPr lang="de-DE" dirty="0" err="1"/>
              <a:t>graph</a:t>
            </a:r>
            <a:r>
              <a:rPr lang="de-DE" dirty="0"/>
              <a:t> alt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daily</a:t>
            </a:r>
            <a:r>
              <a:rPr lang="de-DE" dirty="0"/>
              <a:t> dose</a:t>
            </a:r>
          </a:p>
        </p:txBody>
      </p:sp>
    </p:spTree>
    <p:extLst>
      <p:ext uri="{BB962C8B-B14F-4D97-AF65-F5344CB8AC3E}">
        <p14:creationId xmlns:p14="http://schemas.microsoft.com/office/powerpoint/2010/main" val="22440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D790155-D742-36E8-1559-2B6A10555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1109782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77C7677-E746-DA06-906A-968DC611BD47}"/>
              </a:ext>
            </a:extLst>
          </p:cNvPr>
          <p:cNvSpPr txBox="1"/>
          <p:nvPr/>
        </p:nvSpPr>
        <p:spPr>
          <a:xfrm>
            <a:off x="1994858" y="59602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3rd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plot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50mg </a:t>
            </a:r>
            <a:r>
              <a:rPr lang="de-DE" dirty="0" err="1"/>
              <a:t>drug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351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Breitbild</PresentationFormat>
  <Paragraphs>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2</cp:revision>
  <dcterms:created xsi:type="dcterms:W3CDTF">2024-06-02T22:00:30Z</dcterms:created>
  <dcterms:modified xsi:type="dcterms:W3CDTF">2024-06-02T22:18:39Z</dcterms:modified>
</cp:coreProperties>
</file>