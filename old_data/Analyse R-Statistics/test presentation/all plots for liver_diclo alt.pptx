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w-r" initials="lr" lastIdx="1" clrIdx="0">
    <p:extLst>
      <p:ext uri="{19B8F6BF-5375-455C-9EA6-DF929625EA0E}">
        <p15:presenceInfo xmlns:p15="http://schemas.microsoft.com/office/powerpoint/2012/main" userId="lw-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BEA8C9-9C34-03B9-8B2F-D88CC6E775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8836DF0-6C2A-224D-E404-F411C6027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610286-3EA9-118D-BE6D-45D15C22C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6F87-02BF-4436-B2F6-937BB63F5AF6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C4E9AA-F58C-88A7-E3C6-920932816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D0BC94-DF42-399E-9813-66136B93D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B26A-6422-4EB5-89C1-6A96DF6628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8683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1BA290-2F48-31C7-0D9A-F809E0264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B100FB-D422-A180-55C3-405E1DDBC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C13480-91F8-4342-5A48-F7EC56DEF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6F87-02BF-4436-B2F6-937BB63F5AF6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AE4470-3D16-1AC9-06AA-4E5A29E63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4DF534-57DF-13A8-5A7B-91FBF7F86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B26A-6422-4EB5-89C1-6A96DF6628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5347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19E1C2-D459-FAAC-CCE0-1E4346C9E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E4D653-8E0C-313F-FA7D-E991B6DDC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796011-70E5-8BA0-24F5-71A324C6E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6F87-02BF-4436-B2F6-937BB63F5AF6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08FD73-2E55-7B30-633B-682BBCC99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8833F7-F28B-2C98-3280-345F0FC71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B26A-6422-4EB5-89C1-6A96DF6628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3457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9CF6BE-4433-7B63-7E85-2928ED807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E4FE22-801E-34A0-57EE-8EC34BC179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5A90021-BA5C-27EA-4B76-432237A3C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370A9F8-FCED-DAFA-5BEB-D2E6D2C49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6F87-02BF-4436-B2F6-937BB63F5AF6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7379AC-831B-73AF-9662-F079CD74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7459A6B-4593-8E8A-FBBC-6990A58F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B26A-6422-4EB5-89C1-6A96DF6628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3397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BC3686-87D2-A756-151C-4CE92E94D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DE1DC8-0AFF-28EC-46C1-56A7B14A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A03A77-77AD-238F-02B2-DFE6BD6F8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833F0CC-C2CA-55FD-AA04-87FE263577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31ACC82-8103-0A9A-7A79-727A94AFC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07F38A3-FA7B-F015-9058-F5DE6713C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6F87-02BF-4436-B2F6-937BB63F5AF6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2694BB-D0AA-0ED3-33C0-15611AA02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0FAAFA3-6776-EBA3-8585-AC765571F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B26A-6422-4EB5-89C1-6A96DF6628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4384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1DC555-B05D-7580-7FE4-E43099363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2AC1B07-452B-802B-A362-15D79E19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6F87-02BF-4436-B2F6-937BB63F5AF6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D8D34B-8AE2-F3DB-2691-9F72B8459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DC0526E-B252-CED1-88BC-4DF47026A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B26A-6422-4EB5-89C1-6A96DF6628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3551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6E6764F-00A8-C110-7BAD-3A458035E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6F87-02BF-4436-B2F6-937BB63F5AF6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8578361-7E4B-EEBD-C6C6-41694E936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547EE5-2821-B8C8-5248-9AC7887D2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B26A-6422-4EB5-89C1-6A96DF6628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8356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220F6F-4782-CE47-241D-DA00DE98E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19D42B-1D05-0D0A-654B-DE2DB23CD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32DB33A-42D2-430F-8C4F-D41649DE1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EAD3F4-91BA-DE2F-479E-321AD06C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6F87-02BF-4436-B2F6-937BB63F5AF6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E8493D-1C88-D26D-F748-196DD02FA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1C61F1-2813-5A45-715B-A896EEC76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B26A-6422-4EB5-89C1-6A96DF6628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190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D85BCA-AAB3-C819-0844-C70E79149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ECBC441-5DF7-72C9-47E3-1E9BB999B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44C864-6630-3A07-90A6-D15A232B7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527B804-1161-82C2-F412-8F949524F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6F87-02BF-4436-B2F6-937BB63F5AF6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A82962-E2CF-0F3E-8AE5-A178A0188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28798E-E816-E45C-E5FA-C99CB3A96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B26A-6422-4EB5-89C1-6A96DF6628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7877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E7BE75-63EA-5DD9-1356-1802BD35A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7E4D8B1-4FF7-726D-BDA4-A51A07870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B0FC4F-A496-1A4D-CB5C-CDD8C9B1A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6F87-02BF-4436-B2F6-937BB63F5AF6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98A14C-BDC6-B56B-A22D-4C1EDCD5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962FAA-EDAD-5E17-D685-3CA6E6BA2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B26A-6422-4EB5-89C1-6A96DF6628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1977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7A60EAF-5AAD-8B33-897A-40BAD9FFE2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72E6EF1-489B-1889-0857-95C89BC14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0AC615-E395-97F0-F02A-5CCBC926F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6F87-02BF-4436-B2F6-937BB63F5AF6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5AE843-DB6C-A511-FFC4-6780FB39E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91C353-CC36-4BAC-ADB2-B9FE2B203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B26A-6422-4EB5-89C1-6A96DF6628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442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2320F47-CA05-7388-AE26-14E8CB0DA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435509-843E-97BA-04B7-D9C3DED22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947DC9-F4B7-0D2A-EB1C-6144823836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6F87-02BF-4436-B2F6-937BB63F5AF6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537D12-6CFB-61FB-D5A8-D61B58D030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82105E-72A3-5EF0-BF01-1BAB5ACC14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7B26A-6422-4EB5-89C1-6A96DF6628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227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C7F29BA7-D3CF-3398-6871-F184EB24A2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408817"/>
              </p:ext>
            </p:extLst>
          </p:nvPr>
        </p:nvGraphicFramePr>
        <p:xfrm>
          <a:off x="769189" y="0"/>
          <a:ext cx="10515600" cy="1194435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68363002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92979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200566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6618194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79777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 err="1">
                          <a:effectLst/>
                        </a:rPr>
                        <a:t>p_value</a:t>
                      </a:r>
                      <a:endParaRPr lang="de-DE" dirty="0">
                        <a:effectLst/>
                      </a:endParaRPr>
                    </a:p>
                    <a:p>
                      <a:pPr algn="r"/>
                      <a:r>
                        <a:rPr lang="de-DE" b="0" dirty="0">
                          <a:effectLst/>
                        </a:rPr>
                        <a:t>&lt;</a:t>
                      </a:r>
                      <a:r>
                        <a:rPr lang="de-DE" b="0" dirty="0" err="1">
                          <a:effectLst/>
                        </a:rPr>
                        <a:t>dbl</a:t>
                      </a:r>
                      <a:r>
                        <a:rPr lang="de-DE" b="0" dirty="0">
                          <a:effectLst/>
                        </a:rPr>
                        <a:t>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239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0.7930576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5.022242e-11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108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5033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0.7286744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7.385353e-11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80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733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Unknown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0.7506731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2.022462e-02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6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63755"/>
                  </a:ext>
                </a:extLst>
              </a:tr>
            </a:tbl>
          </a:graphicData>
        </a:graphic>
      </p:graphicFrame>
      <p:pic>
        <p:nvPicPr>
          <p:cNvPr id="12" name="Grafik 11">
            <a:extLst>
              <a:ext uri="{FF2B5EF4-FFF2-40B4-BE49-F238E27FC236}">
                <a16:creationId xmlns:a16="http://schemas.microsoft.com/office/drawing/2014/main" id="{C5161282-3CD7-1C8F-A88C-BA5BCB388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" y="1342833"/>
            <a:ext cx="8858822" cy="547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730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267E7BE3-092D-5D6E-44D7-E888E9D13F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26AF25A-F34C-CCE4-C977-E580741D3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262" y="42862"/>
            <a:ext cx="5395375" cy="333285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1E798EA-96DF-C851-57F1-7653F14FD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38100"/>
            <a:ext cx="5629275" cy="3485255"/>
          </a:xfrm>
          <a:prstGeom prst="rect">
            <a:avLst/>
          </a:prstGeom>
        </p:spPr>
      </p:pic>
      <p:sp>
        <p:nvSpPr>
          <p:cNvPr id="11" name="AutoShape 4">
            <a:extLst>
              <a:ext uri="{FF2B5EF4-FFF2-40B4-BE49-F238E27FC236}">
                <a16:creationId xmlns:a16="http://schemas.microsoft.com/office/drawing/2014/main" id="{2192531F-9F83-883D-690E-17C22B397B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CC3AD507-55CA-2629-B913-1690C479C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3428999"/>
            <a:ext cx="5481638" cy="338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429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6F12FA0-ACFA-A949-92D6-F099CF0A66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6989A9F-6641-1E30-24A4-E56638528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" y="42862"/>
            <a:ext cx="10963275" cy="67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11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68E6DFEA-C456-3D29-1014-9EB9C222B89B}"/>
              </a:ext>
            </a:extLst>
          </p:cNvPr>
          <p:cNvSpPr txBox="1"/>
          <p:nvPr/>
        </p:nvSpPr>
        <p:spPr>
          <a:xfrm>
            <a:off x="546065" y="411480"/>
            <a:ext cx="9018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Sollen Dosisgruppen verwendet werden oder tatsächlich nur die konkrete Dosis (Bsp.: 50 mg)?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2B2EEF74-E9AE-C181-2483-418009F68E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45A5C2D-C727-596C-A94F-711F009B7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65" y="833960"/>
            <a:ext cx="9750079" cy="602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45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>
            <a:extLst>
              <a:ext uri="{FF2B5EF4-FFF2-40B4-BE49-F238E27FC236}">
                <a16:creationId xmlns:a16="http://schemas.microsoft.com/office/drawing/2014/main" id="{49439E6B-38DD-38C3-B6D5-0694CCA9FA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0EB5689-E9B0-C715-E372-96A6BF7C5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" y="42863"/>
            <a:ext cx="5234926" cy="323373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1F3450B0-53EE-9C80-F11F-F3EC794BD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2863"/>
            <a:ext cx="5634037" cy="348027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00B85EA-0B4D-8F87-46BC-35818267E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3428999"/>
            <a:ext cx="5481638" cy="338613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3935A324-0FD0-760F-F3B8-C0DCBD8CFD1C}"/>
              </a:ext>
            </a:extLst>
          </p:cNvPr>
          <p:cNvSpPr txBox="1"/>
          <p:nvPr/>
        </p:nvSpPr>
        <p:spPr>
          <a:xfrm>
            <a:off x="7461504" y="4453128"/>
            <a:ext cx="916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75 dazu</a:t>
            </a:r>
          </a:p>
        </p:txBody>
      </p:sp>
    </p:spTree>
    <p:extLst>
      <p:ext uri="{BB962C8B-B14F-4D97-AF65-F5344CB8AC3E}">
        <p14:creationId xmlns:p14="http://schemas.microsoft.com/office/powerpoint/2010/main" val="3127539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04506F7-7132-5496-FEFF-FDE66CAF0C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CC22A19-2ADF-F043-4B88-12A3CA745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" y="42863"/>
            <a:ext cx="5481638" cy="338613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E187858-903E-D1C4-6832-B6F92021C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42863"/>
            <a:ext cx="5481638" cy="338613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6F6A61B-B122-2B9E-3F45-BD29005C3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2" y="3429000"/>
            <a:ext cx="5481637" cy="338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836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Breitbild</PresentationFormat>
  <Paragraphs>27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5</cp:revision>
  <dcterms:created xsi:type="dcterms:W3CDTF">2024-08-02T12:22:32Z</dcterms:created>
  <dcterms:modified xsi:type="dcterms:W3CDTF">2024-08-02T17:44:53Z</dcterms:modified>
</cp:coreProperties>
</file>