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24C4AD-89BD-6580-7867-752470F0A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7E80840-9A66-078A-F361-C82AEAAF16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6DC433-9E75-E212-2386-4D6C25C7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C3DFB-659C-46A6-AA2F-F4125E135A59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B79DB5-C1C5-AF2E-7873-14034C045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EBF42D-B89D-91F3-9B6D-9F83A0C6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39FC9-674B-48A5-BE1B-8CEC89379B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3056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9A7E9A-AF6B-3B97-4089-4E8D934D6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3B37F6-9833-D04F-1B5E-1264321AA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E89C9E-0BB5-8345-8A51-2121F9FAA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C3DFB-659C-46A6-AA2F-F4125E135A59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71AEA2-0D54-8872-8E6E-AC8277EA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1BAE85-66E1-4D64-8358-B2FB087EE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39FC9-674B-48A5-BE1B-8CEC89379B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807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C418C3-FBB2-FAAA-E6B4-CEDDED288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EFC157-FB8B-6E38-D40D-FE821672B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AE0510-D5C5-BF18-9D7B-CF6DF45DF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C3DFB-659C-46A6-AA2F-F4125E135A59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E21159-694F-37B2-5164-078F22A56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D654EE-3C33-B9BB-D0A9-4642E6604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39FC9-674B-48A5-BE1B-8CEC89379B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6089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9E39BE-7277-AFE3-F6E0-B44C9EB00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499813-2148-BE5A-2948-5F19AD650A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69FF106-1BA1-3235-8DC3-DD937ED79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DE4C86C-C0CE-5DEA-6365-1D269A4A4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C3DFB-659C-46A6-AA2F-F4125E135A59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CE26A6-257A-5B22-11CE-B0589114E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DB13B0-C145-D274-3B57-D72897E6F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39FC9-674B-48A5-BE1B-8CEC89379B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9092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C77B96-EE99-EBBF-93CA-4F95BB708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A7E27F-9128-A7D9-3943-B6E2AC206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B00481C-1EEC-94A5-DA26-B6886AB04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6DC7699-C547-215A-5E51-59087A723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7D6C050-51EA-A241-B465-371DD0BF7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1836C53-A7CF-0778-31BA-E455D33B7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C3DFB-659C-46A6-AA2F-F4125E135A59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3549435-9062-BA58-ACB9-220E1A512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57E3934-116F-B65D-D53D-28F76F10B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39FC9-674B-48A5-BE1B-8CEC89379B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4661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EF8237-B35C-1149-123B-217989C54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C138F74-2CA6-407D-D507-44C34DF3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C3DFB-659C-46A6-AA2F-F4125E135A59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22852C-92D5-756A-E468-0ECE52758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D3ADD5D-BF10-D95C-326E-09E9EF081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39FC9-674B-48A5-BE1B-8CEC89379B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195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63DA248-3CF8-5A00-2064-3600382EE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C3DFB-659C-46A6-AA2F-F4125E135A59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5174F96-15BB-60BA-2845-97CF9015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976364-095E-3CB4-39DE-A06248A87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39FC9-674B-48A5-BE1B-8CEC89379B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7452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D84B3B-1F23-E811-3DEC-F47BF5C81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4B7E0A-590B-A6F7-CF8B-F374D8405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31926EA-9455-16D8-1683-850C35CE9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2BA5ABC-70A3-BAC7-D6B9-AC45850AF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C3DFB-659C-46A6-AA2F-F4125E135A59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1811078-B6B8-196C-50B9-B717AE1B8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655B7C0-B97E-C2F9-E4DC-69CB2960E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39FC9-674B-48A5-BE1B-8CEC89379B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6943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96A845-ABCC-C07D-2B23-F76533783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C751E63-CA4C-6111-38AD-8A7617ABC2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6CAA73E-060C-0184-D6C2-B163CC740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6CA381-C11F-4E4F-56B7-C94452CCD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C3DFB-659C-46A6-AA2F-F4125E135A59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B76E1A-9ED9-E82A-5AEB-860BD5E6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CC253F6-98B0-6776-3B03-77671F191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39FC9-674B-48A5-BE1B-8CEC89379B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680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3DC8C9-6FE5-A37F-16B5-F4D8ED92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145D724-19BA-72FC-E6F5-2CE321695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31F834-7223-5D0F-029E-205AB5BB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C3DFB-659C-46A6-AA2F-F4125E135A59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80C4AA-6143-AF60-3D6A-7CE138FC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C93EE3-DA2A-10C0-54C9-B7575AEC0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39FC9-674B-48A5-BE1B-8CEC89379B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5849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9CBBFC7-599D-4CC7-F8C1-C0113C119A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7305248-1AB3-5E49-625C-EF81ECC5E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8B14AF-FB88-D06D-CAC9-450B2814B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C3DFB-659C-46A6-AA2F-F4125E135A59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D769FE-2FBF-EDEB-3C0B-75CC84AC0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021927-A629-1A56-3F6E-4AA765FDD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39FC9-674B-48A5-BE1B-8CEC89379B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9695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8498D9C-6047-EFAF-F5AD-F3E51F00F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88DFAD2-F873-BB6D-E891-D84F6324D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91A1D8-8F96-A422-FA3F-DA85D95AE8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C3DFB-659C-46A6-AA2F-F4125E135A59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E90D3E-448A-80CB-8F7B-293009382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E79B94-1ED2-5A90-EC08-1FBED2159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39FC9-674B-48A5-BE1B-8CEC89379B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767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7398377D-9F39-8FA4-BD8A-C1C0671F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483571"/>
              </p:ext>
            </p:extLst>
          </p:nvPr>
        </p:nvGraphicFramePr>
        <p:xfrm>
          <a:off x="950343" y="0"/>
          <a:ext cx="10515600" cy="1003935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3907687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406878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0269545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6105793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931617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712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0.9677362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0.860534803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5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217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0.7848556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0.003262458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14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381810"/>
                  </a:ext>
                </a:extLst>
              </a:tr>
            </a:tbl>
          </a:graphicData>
        </a:graphic>
      </p:graphicFrame>
      <p:sp>
        <p:nvSpPr>
          <p:cNvPr id="3" name="AutoShape 2">
            <a:extLst>
              <a:ext uri="{FF2B5EF4-FFF2-40B4-BE49-F238E27FC236}">
                <a16:creationId xmlns:a16="http://schemas.microsoft.com/office/drawing/2014/main" id="{BD8C0085-BAF1-77FB-36B2-71D026A78A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27312E3-9D99-4657-C88D-520C71DCD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1241606"/>
            <a:ext cx="9088616" cy="561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521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Breitbild</PresentationFormat>
  <Paragraphs>20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1</cp:revision>
  <dcterms:created xsi:type="dcterms:W3CDTF">2024-08-02T10:31:41Z</dcterms:created>
  <dcterms:modified xsi:type="dcterms:W3CDTF">2024-08-02T12:21:29Z</dcterms:modified>
</cp:coreProperties>
</file>