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72753-273D-E668-C39F-A9FD87448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EBBF8B3-DE7A-447C-C271-84F205E80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EE4E2A-329A-1626-A885-FAB75B57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F1CAA1-489E-F49D-B397-27F71E65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C27E06-AD4D-BBF0-F49D-45DF28B4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12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A687D-63D2-5668-64DD-7A57F126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9AF89E-EE4A-72B4-5EA3-E037F7A6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43C6F4-2CF3-E6CD-28C6-C07E611A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7599B1-DACD-0457-1DB8-E3F4BEB0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8DCF3-BE01-F4F2-8A4A-47212216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70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D12CB-418D-4A66-0733-B5BF91F3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6A428D-536A-32A9-677F-2F38C132C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5D8CD-9072-6D87-8E2C-3FC4C932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341866-2C09-06CF-FE61-244C7690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1095AB-CEF0-AFCB-3994-BB404379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019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D7F618-C38B-D215-52D8-23136B5E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02A821-B7D8-919E-2C97-C7CC24773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9AF8D8-9D22-F653-B0AF-7E5C117E3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A26743-AF56-A659-DFF1-42BA474B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8C7F78-1480-45A3-A29C-CBC06548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C64C6B-AB86-6376-6100-1C399B64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36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586F7-128D-E6EA-1B8B-FC764BFF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B977D1-F63E-F021-29C3-0AE82B9EC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C34D1F-BBBC-27D1-92FC-C26322200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1A8192-B56A-B120-D3DE-CBD61F1FF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5061AC0-05BB-7357-ACCB-45888D704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37EFD3-0ED4-A74F-1421-ABF01639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5A0233D-FEB7-61CF-320F-1DCB557C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97BDFF-BCA8-F446-61BF-90D7D3B2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7241B-0C13-70A8-AFCE-5ECBFE1F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8272D9-41E6-0831-CF3F-4F50C3FC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6868D7-9468-91B9-CD20-4943DDA0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027883-FBEB-4029-00A8-1E107CBE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46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6B5C73-6850-205F-2D3C-D3DA433C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D38A28-A5BE-2C3A-F85E-4F73CC69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4B6FAC-6772-5B89-2DAB-D429FEDC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94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2415E-8FD1-B782-92A7-B34C1B8C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A47BDA-E498-23BB-3EB7-628461A1C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116234-2DF6-4955-58C8-10510824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64696B-213B-525A-1F71-C8093EAD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BCC57F-E228-F12C-8CC6-1003513E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701EB8-0C6B-5DD5-D68C-E49D6DBE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90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06270-325C-0236-98A9-6E6FB5AA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11D3C2A-E5D5-ADB9-1297-448E07628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B5F61F-DEEC-0FC0-BFC4-F11864386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425803-61A6-9C2C-A4F1-FA8D866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84DD72-3F78-0F63-EE03-0CDB588B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9A09F6-1233-AB6C-3CFC-C5681B7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22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A5462-8E0B-3DA3-4151-17EFD7D8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CB29C5-106C-5B71-2883-5BCECF3D3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154856-C1AB-FC62-246D-CCB2BF7B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CFB579-A06C-0FD0-7A83-25D1214D2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CCEC4F-46D4-32D0-495D-DF45B893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970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1B2812-4A08-18C0-D6B1-C98D7CCC2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30CD48-C0D2-2C0B-B745-748556E25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66A7C-0499-19CC-A360-C99FA043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F391CE-61AB-2AE0-C763-3C9F100D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5D28D6-EF6C-D24F-28B4-4744BD88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81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7EF03A-E6B9-A456-7EB1-E59C2723F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5B9377-BE90-D72C-CF7B-A28760BB8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BA70D9-D0E9-C2CA-0E13-3E376DD6B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76D4C-82F1-4D8F-9B81-7C21A4860B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D450F7-47C4-194D-758F-050329221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B5B03-8D86-1B50-2F9D-0F5F967A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2B81F-D348-4C65-8578-DE32F8652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973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90F9102-D962-0BF1-F6CA-CF5FBD441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88403"/>
              </p:ext>
            </p:extLst>
          </p:nvPr>
        </p:nvGraphicFramePr>
        <p:xfrm>
          <a:off x="838200" y="0"/>
          <a:ext cx="10515600" cy="119443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9470035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370902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8094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438182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73254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0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0.6416596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2.407640e-14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58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0.2704585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1.470567e-18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603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0.8668231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2.537967e-01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539782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3561BE56-802A-0B6C-B249-4AF78F6F5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66" y="1199370"/>
            <a:ext cx="9158652" cy="565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7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008EBF0-90B8-1D8A-CC37-102350E0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65" y="0"/>
            <a:ext cx="5549935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7BFB252-F78F-B2C9-42FD-970EEFFA7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65" y="3429000"/>
            <a:ext cx="5549935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D2D0647-C91B-B4C5-BACA-4D14B05E4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8"/>
            <a:ext cx="5549936" cy="34290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1D3FA0A-60A3-C97F-59CB-770B780F8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89" y="38100"/>
            <a:ext cx="5549936" cy="333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2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98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4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Breitbild</PresentationFormat>
  <Paragraphs>25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</cp:revision>
  <dcterms:created xsi:type="dcterms:W3CDTF">2024-08-02T10:29:12Z</dcterms:created>
  <dcterms:modified xsi:type="dcterms:W3CDTF">2024-08-02T15:28:34Z</dcterms:modified>
</cp:coreProperties>
</file>