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F00FD-CADE-E70B-F9BE-1FBEFFB05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8F93D-42C6-D4B3-B450-B2A14C780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57701F-E1C5-BACF-B412-205A051A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1F39E1-1D82-6881-1392-17BD20BA1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4DBCF6-D712-A34C-7E1E-F7E5259A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97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468E1-86A0-AE8B-D182-7CEC5E99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619A0F-EF56-C2B0-BFBD-B7B921D0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775BCF-C8BD-3D32-20D5-AC43D1BE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9EB932-1696-F655-CE00-2ADA51C9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27EEBA-44DA-2A62-2875-53408AD5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889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87CC3-238C-4FC6-7C65-1AA9F7AE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CDC942-B1C4-4874-E0C5-E8AC15FD4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1DC765-DBBD-1433-EADF-507592E0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799C4C-9C97-A581-1E2C-899167DC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DABBBF-71E3-0FB8-9F82-4C8D81021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223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52B52-5A98-E88B-5A52-8E051910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D11A80-41E9-DCA7-163A-A11280C28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51F839-0736-01E8-1C5B-8C3A16E54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7DC62B-A5C0-CF84-69E9-107D4027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6B3B97-4437-DDCD-448E-0C7741C4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EF5443-0C3C-C6C2-41D2-D018B8B3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09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884B2-E175-D884-8AC8-E90829E3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C9349B-734E-8A7B-F27D-279139BD6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DECA17-70C2-E5A1-836F-70839AA0B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EB999E-D094-FAE8-F675-7D3C15365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9AFA52-A7DB-D8E2-DFF4-44B30430C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D6CC79-2E7B-2150-0D6D-3D1379FB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3872248-9C90-F753-BCAF-69A71AC8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217765A-0EE8-AD43-6520-138D58F5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44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FAFC0-DDC4-0603-DC06-F9C054E4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7A5461-4097-0ACF-C5D4-B6951DDC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37EBBA-51EE-DD0B-DC5D-19D71513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4B33F2-CB7D-4337-1C20-4EDC1690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039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7A3D92-DFBD-7F59-85CB-3B2D4F94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014EEB-064D-DFD2-19E6-13E4F869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C42389-3F93-0346-2C12-98B99D74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69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B6F20-84C0-45BB-811E-A6656436D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B4D013-1045-164C-1336-FCAD0B8D3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C84E3F-7FDA-DB47-3724-A5FDD5FF3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22EE48-140F-5349-9BEC-82F9E5DF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B41DDE-910D-289D-D1F6-7750B7B3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E1B9FF-4385-7A48-1760-F6F5E524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56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257EB-D65C-7A49-C4EB-BAA591ADA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AC6FC01-D3C2-D5C6-5A03-9B2081283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94F4F2-A25B-47B0-A4AE-0010085E6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B462DA-6E4B-3A75-F41E-A45B2A68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F301C2-5606-AFF0-0F92-4587E1A2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404B9F-A4D6-EF03-2F93-F4E284B9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0B1D24-0245-28BE-BB27-82E1C13B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72A398D-0AE6-6655-068D-5FB7AC773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39D53B-D9B8-0D78-F65C-3045284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F8CC56-D077-5435-C3B5-0F533F15B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2380EC-F768-E177-E376-4F91F0D02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39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337D5A-4FB3-A02F-C03A-4DF2DD008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ADDD34-3EEF-88D6-FF71-0C07D29FC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8F9D8F-3EEE-2FA8-7374-727F8F29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FD2A18-97C8-EE58-9B1A-4DCA8F90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615E26-F1E0-A649-C77D-52AE1506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81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5FA4DF-B3CD-AE06-5E33-628ECB64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01395D-439F-D08A-2101-BAC4BDD67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68CF30-7C4D-37DC-9581-7077A7D40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72A73-5F07-446A-A4AA-8690356DED9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F00130-A3D4-05F9-731B-7641B2576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1B05D2-3855-55DA-10EE-64D34EBC3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C3C43-B70A-499C-9A82-E96B26C87D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94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7CA0D62-E5F8-422D-0F6B-13C266D0F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8158" cy="341783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C3F2F2A-0FF8-0B43-B49B-55D16CD76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0164"/>
            <a:ext cx="5538158" cy="341783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C3F828-5B31-BC67-E08B-995B9D26D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840" y="0"/>
            <a:ext cx="5538159" cy="341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D07AB6C-F0FF-1772-91C3-ABD75E86A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0B5C9BA-3CA6-AB1D-3877-FDB318286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163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06F43DE-A0C1-963C-0398-5B173A600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819" cy="35509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E237395-633B-E114-FF01-CB347603B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180" y="0"/>
            <a:ext cx="5753820" cy="355092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6DAEFA-2635-A599-9F00-5ACD55F12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5344"/>
            <a:ext cx="5400136" cy="333265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F655E99-57AE-F967-688C-9D317FA14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8" y="3465007"/>
            <a:ext cx="5497902" cy="339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8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54CCF89-532D-C551-7B17-62FA0F441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1460"/>
            <a:ext cx="5503653" cy="339654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4CF6573-A488-7CB6-CE85-1840C9942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8762" cy="333797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9707867-F440-45D7-A452-DE849D06F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238" y="0"/>
            <a:ext cx="5408762" cy="333797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9215552-5E8A-B9AF-344B-3F8D63282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236" y="3520020"/>
            <a:ext cx="5408764" cy="333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4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F4FF8AC-B640-C032-A93F-E29C9760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C8BA0BC-5C4B-C557-B6BC-86E7862D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96" y="3363858"/>
            <a:ext cx="5661804" cy="349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5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D0F421E-5257-6856-6768-687CB7AA4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FF5CE02-9D3A-D37A-5872-105FA3D19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7A04126-C446-64A2-672F-78AE61F0A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374A3F-56C1-3242-FFEA-79CD8EC24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0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E8F48FD-A21C-891C-DE4F-CCD035BBA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1604"/>
            <a:ext cx="5633049" cy="347639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FFBF7B1-57F7-08B3-3F3C-855956B0A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410FCD4-A8E7-CCF2-46AC-4141075B3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48" y="3428998"/>
            <a:ext cx="555625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09D5A11-016F-7AFD-C4C8-73555F83F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95026" cy="33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83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BC503A9-3638-465E-AE7F-AD57575E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2BF3B66-3D98-32C7-B471-6EE42D7E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02" y="3329796"/>
            <a:ext cx="5716997" cy="35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0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777D39A-88D7-91FC-F5C7-845277861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0864" cy="35799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BA9FD5D-5EA8-BE76-527B-D5916652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36" y="0"/>
            <a:ext cx="5800864" cy="357996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1A0333F-FD44-79D9-1AA7-47DBF3AA0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14696"/>
            <a:ext cx="5417389" cy="334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63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74E0569-B01C-CC1A-913F-86912A162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8870"/>
            <a:ext cx="5572664" cy="343913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2433FE7-42F4-1BC8-AA11-2040E17FB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39836" cy="341887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23A7CA8-66BE-3B57-E4EB-E606D2E73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34" y="0"/>
            <a:ext cx="5572665" cy="343913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004403B-7EB2-CDA2-9C73-2BCF091EA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334" y="3418868"/>
            <a:ext cx="5572666" cy="343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7A4F2D5-6F0C-A546-B860-76FDCA0D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2355BCE-228D-FB0E-2D88-1942513E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38" y="3331916"/>
            <a:ext cx="5713562" cy="352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86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355F15E-61AB-F65A-B15A-4403E7C9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488"/>
            <a:ext cx="5529532" cy="341251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50ED327-42D5-0D36-40C8-21375DC91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30" y="0"/>
            <a:ext cx="5529532" cy="34125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78CEA7C-DB36-1B46-CDAC-3B5B8B253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34" y="0"/>
            <a:ext cx="5582967" cy="344548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17DC8D6-81C8-1F9D-FFB8-806E2512B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4" y="3409408"/>
            <a:ext cx="5587996" cy="344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46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E1442C4-7F5E-D450-F370-8C096E51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429874" cy="396815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E248B58-3B53-C99B-2C79-C56ABCCF5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74" y="3301944"/>
            <a:ext cx="5762126" cy="355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52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72A6C8E-0058-1433-BAF7-138FD0581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9532" cy="341251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3100EA8-E7A8-B288-1421-44CF58207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466" y="0"/>
            <a:ext cx="5529533" cy="341251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695F344-ED3A-99B4-FF0A-C9BC7FCDB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5488"/>
            <a:ext cx="5529532" cy="341251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92432E9-89B8-5204-DD17-92FC6613D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465" y="3445487"/>
            <a:ext cx="5529533" cy="341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84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4E762E3-FC74-B9D3-5C85-0B560DC7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0812"/>
            <a:ext cx="5520906" cy="340718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849F0F6-5332-3B25-B1CA-DD667CAA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20906" cy="34071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4C566FB-827D-94D3-C087-5AF589124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812" y="1"/>
            <a:ext cx="5591594" cy="345081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4E16458-84DD-64F6-B771-588BB01AF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450811"/>
            <a:ext cx="5520906" cy="34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34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ED91D17-2EE5-A29A-69BA-D7CAB3BF9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940B1DD-F97C-36CD-57B8-565BBD97C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46" y="3234906"/>
            <a:ext cx="5870754" cy="362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45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BA166-2607-5629-22A7-02F395289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9532" cy="341251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96BBD3C-8BB2-2ABB-3853-A70C6409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466" y="0"/>
            <a:ext cx="5529533" cy="341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00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121621D-CED5-D6AA-831C-AE10FCCEC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430"/>
            <a:ext cx="5477774" cy="338056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8A890A4-FAC0-011D-2E42-6B91268B3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8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9C20DF9-D4CE-7A51-4C06-D91555E53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228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F8F574A-C936-D887-D21E-F697D01C5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427" y="3477430"/>
            <a:ext cx="5477775" cy="33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87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95DB462-6F76-47DB-9E3C-503120D6F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79E2C26-E13E-428B-749C-1C07E58AD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3448594"/>
            <a:ext cx="5524500" cy="340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32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529730E1-17F5-6CCB-8E75-17DAF1BC0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4204" cy="35881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9ED92A3-8228-1244-5A65-BCFCD7ACD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94" y="0"/>
            <a:ext cx="5814205" cy="358819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EA23C24-0462-FB08-BF08-0F9F287CC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1962"/>
            <a:ext cx="5357004" cy="33060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D2194CC-4E9F-13E8-5A1A-83C07DA57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844" y="3454360"/>
            <a:ext cx="5515155" cy="340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13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A86EAC7-E9DA-C636-EFCE-95472FB87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374"/>
            <a:ext cx="5426015" cy="334862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45698D1-B94E-847E-8C7C-808DDCDA8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07170" cy="34604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7180B49-DDAB-69F7-730C-E1FFC6C94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14" y="0"/>
            <a:ext cx="5686486" cy="350937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2BBE04C-6154-0819-1C02-BE2052E6F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984" y="3509372"/>
            <a:ext cx="5426016" cy="334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77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3275BDB-0ED4-A267-0DBE-734CF2F06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9F81D8E-E111-6BDF-95A9-1DF425975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328" y="3390476"/>
            <a:ext cx="5618672" cy="346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97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C5017FA-7F49-4CCD-3896-87CD3883D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50302" cy="348704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9A47F29-926D-D744-6BC9-D2DB3522C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98" y="0"/>
            <a:ext cx="5650302" cy="348704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5AB3DD1-0850-DEAA-1857-67444D233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0812"/>
            <a:ext cx="5520906" cy="340718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E951E1B-9FED-298C-C4D4-33B756845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450812"/>
            <a:ext cx="5520906" cy="34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86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9FB4FCD-3BA3-D62F-FF4C-C18D8C28F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430"/>
            <a:ext cx="5477774" cy="338056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8DF5AD6-1B10-3B2C-635D-860490114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77774" cy="33805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813010D-BE8A-EFD6-9E08-B35F49DEA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226" y="0"/>
            <a:ext cx="5477774" cy="338056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17C3B5C-27BB-F58E-8131-B5654B589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224" y="3477429"/>
            <a:ext cx="5477775" cy="33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74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BF7622-B68A-6830-4136-F19B1697C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CD4F4D3-C205-B607-53EE-4A91A5D1D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84002"/>
            <a:ext cx="5791200" cy="357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94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4277FBA-7745-EB96-2DC1-5BC45E7A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2579" cy="369210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BA11697-DC32-2DE4-4E74-B7EA82D1E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420" y="0"/>
            <a:ext cx="5982579" cy="369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05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D70C7F5-940B-EB29-62BE-6C1E33ACA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8870"/>
            <a:ext cx="5572664" cy="34391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F27758E-5EC6-E0A7-0A04-75403D989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72664" cy="343913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71C2A96-7DF5-021E-B9C2-721F9AE3F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34" y="0"/>
            <a:ext cx="5572665" cy="343913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2FE56D1-26A9-5A94-19D1-0F8014280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333" y="3418870"/>
            <a:ext cx="5572665" cy="34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81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6A1C168-36D4-1F5E-F1C0-18D9D09AC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B581587-EF6A-C72F-AFBF-3CD54746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174" y="3278678"/>
            <a:ext cx="5799826" cy="357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45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176B13D-1BE6-BF27-C449-3E0DF2E0D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AF5A4F1-A379-87AC-7A38-4E8A543D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80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AD18FBE-3D91-338A-98C5-29AC3D0EB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1314"/>
            <a:ext cx="5374257" cy="331668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F267898-0E8A-9D80-9CF0-2BB813205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74257" cy="331668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850C052-F0AD-7751-9A3A-CDA3809D6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42" y="0"/>
            <a:ext cx="5374257" cy="331668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A86251D-ECA1-940C-714E-24F87D26D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91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30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4</cp:revision>
  <dcterms:created xsi:type="dcterms:W3CDTF">2024-10-22T20:02:22Z</dcterms:created>
  <dcterms:modified xsi:type="dcterms:W3CDTF">2024-10-23T22:06:07Z</dcterms:modified>
</cp:coreProperties>
</file>