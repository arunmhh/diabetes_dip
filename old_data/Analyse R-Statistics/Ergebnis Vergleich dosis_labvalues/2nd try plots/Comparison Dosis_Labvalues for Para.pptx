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E3CF58-6D39-7680-227C-C079EFB9A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2B330E7-435F-B4D0-5B32-8337FC4E3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72350A-2DB1-9F77-135A-9F94949A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86C1-4B55-411C-8E4D-D6FA63591E03}" type="datetimeFigureOut">
              <a:rPr lang="de-DE" smtClean="0"/>
              <a:t>26.10.2024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E52E40D-A77E-C7A7-7026-9CF282A0F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23C112-8356-537C-920B-B347B7A81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4EA4-ABDC-425D-966D-743AAE701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9653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3749CA-FAF6-101E-617C-D0BB0737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94486F-08F3-2096-920D-ECE578D1C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5BECAA-5177-111A-C3C9-C7CA9569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86C1-4B55-411C-8E4D-D6FA63591E03}" type="datetimeFigureOut">
              <a:rPr lang="de-DE" smtClean="0"/>
              <a:t>26.10.2024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C25E59-D621-24F8-6582-EF8428FE0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C54593-0C9C-7C93-B140-371B722F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4EA4-ABDC-425D-966D-743AAE701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091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3D3140-F58B-DC79-5AD8-7CCD93BA0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4CB5090-0BBE-5A7A-9BE4-6FA75AE16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E1E9F0-E8D3-3D87-41DA-E5FDB386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86C1-4B55-411C-8E4D-D6FA63591E03}" type="datetimeFigureOut">
              <a:rPr lang="de-DE" smtClean="0"/>
              <a:t>26.10.2024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FF2FD8-F97E-FFB8-195D-19FC2883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1B12F7-DD49-E5CD-4F8B-CD9217F7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4EA4-ABDC-425D-966D-743AAE701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152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187431-86E1-7242-2678-FFEE36448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3887E8-9B0D-24E8-B535-D00D0516D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E642D7-9CBF-F988-C309-7D5F9D62B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99E9F6-161A-7A73-3C0A-7947C4429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86C1-4B55-411C-8E4D-D6FA63591E03}" type="datetimeFigureOut">
              <a:rPr lang="de-DE" smtClean="0"/>
              <a:t>26.10.2024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DA75B2-DC40-9A64-A3A4-86D32A14F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ADBC57-DA9C-2FEF-00DE-AD35F985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4EA4-ABDC-425D-966D-743AAE701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6932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B046BF-F656-BB2C-581F-F0A247EAB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5E6228-9041-D86A-733E-FF5840E70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36D1D5-CC8B-7BE0-C2A4-418421C67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D50D05B-3F20-9C6B-B44C-F89AFE933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872951C-ADDE-7938-F6D7-C7B8695A1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47C6D88-F12E-36FA-A641-3D25BBE8D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86C1-4B55-411C-8E4D-D6FA63591E03}" type="datetimeFigureOut">
              <a:rPr lang="de-DE" smtClean="0"/>
              <a:t>26.10.2024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D8E0A93-D41B-A167-7ADE-21CAE3FC9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D451C54-8957-5234-8580-4E9B7FAD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4EA4-ABDC-425D-966D-743AAE701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285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A26F57-5F7B-BE40-C915-1D5B6FB8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C3A94F7-A7B7-BCBD-835C-00FD73CAF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86C1-4B55-411C-8E4D-D6FA63591E03}" type="datetimeFigureOut">
              <a:rPr lang="de-DE" smtClean="0"/>
              <a:t>26.10.2024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02A753-59D1-75CA-736B-8BAE20234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0B136A-671C-5FEE-DFAF-5782C0AF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4EA4-ABDC-425D-966D-743AAE701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452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701F28F-5D8A-955D-F12D-5A38C7BB5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86C1-4B55-411C-8E4D-D6FA63591E03}" type="datetimeFigureOut">
              <a:rPr lang="de-DE" smtClean="0"/>
              <a:t>26.10.2024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05CBF1-F4E4-32DB-6885-E185E58E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C6CDD9-C0A6-A186-08D1-70A9DED0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4EA4-ABDC-425D-966D-743AAE701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4912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77474C-A768-DA71-1501-449390A3D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86984A-EB94-470F-9A0F-717F17799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2DEA2A-E822-AF08-75DD-6FEBC435B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C0CB30-A1A2-B7D0-404B-0B111A525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86C1-4B55-411C-8E4D-D6FA63591E03}" type="datetimeFigureOut">
              <a:rPr lang="de-DE" smtClean="0"/>
              <a:t>26.10.2024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8EDE8-1782-4F19-6A30-CF4E3E7DE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EFD3CB-5D55-EDF3-119A-5F6C5258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4EA4-ABDC-425D-966D-743AAE701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641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16FC00-D7D6-AFFB-1D05-0A6F84C38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A3FF64-54C8-84B4-2AD0-BD40333EE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DBFA69-E497-5AA6-3163-2B4668240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AAD2FB-D2EB-9B74-FD65-8A0967C3C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86C1-4B55-411C-8E4D-D6FA63591E03}" type="datetimeFigureOut">
              <a:rPr lang="de-DE" smtClean="0"/>
              <a:t>26.10.2024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08F57A-E3F3-6DCF-5443-1AA28B7A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B3193D2-3733-1130-2B91-D10AEFAA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4EA4-ABDC-425D-966D-743AAE701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6934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1CD3D8-50E5-A8AF-E709-13BC3C229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E70812D-7EB1-5171-6991-F79272AB1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89DBBA-7912-B500-729C-88E24A31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86C1-4B55-411C-8E4D-D6FA63591E03}" type="datetimeFigureOut">
              <a:rPr lang="de-DE" smtClean="0"/>
              <a:t>26.10.2024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E2FD8A-9BC4-2481-4934-380784420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4D73A8-26D1-127D-8616-90D9E111D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4EA4-ABDC-425D-966D-743AAE701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7776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61BEBC4-9C31-4751-56F2-0FFDA64A7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326F7D1-EEFC-7538-E2BF-070B21E9A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3230FD-25F5-7286-3A39-D5F6FA797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E86C1-4B55-411C-8E4D-D6FA63591E03}" type="datetimeFigureOut">
              <a:rPr lang="de-DE" smtClean="0"/>
              <a:t>26.10.2024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F3DBD0-9023-9582-7C9C-1FC5411E9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655B78-5311-338A-B007-93CFB9CE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4EA4-ABDC-425D-966D-743AAE701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447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0B087BD-C945-0943-311F-F29B4B0D4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4F7162-DEF1-82DE-B53F-DB570EE80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B763F4-04C4-E7A3-2551-1789B2DE8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E86C1-4B55-411C-8E4D-D6FA63591E03}" type="datetimeFigureOut">
              <a:rPr lang="de-DE" smtClean="0"/>
              <a:t>26.10.2024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F50E35-5965-DFD0-D639-C3E67CDC4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36E797-F898-2A44-A013-DB64B1ECE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84EA4-ABDC-425D-966D-743AAE7014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6370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9560DC4-908A-D397-7FFE-896380764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05577" cy="358287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1635D66-5E76-C6B4-E740-397A259E0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422" y="0"/>
            <a:ext cx="5805578" cy="358287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A291CA9-DBA7-18F0-4FD4-24D03D146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8582"/>
            <a:ext cx="5313872" cy="32794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0815CE2-4374-CC3A-01E6-9097CBB60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8126" y="3578580"/>
            <a:ext cx="5313873" cy="327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29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479BEC5-C628-F706-9523-E3B03EA17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3762103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90C61945-BD96-DC80-7E69-D7F2B1A71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5560"/>
            <a:ext cx="4994694" cy="308244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ACD4614-FA0E-E417-99A4-BAD850887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914" y="3364302"/>
            <a:ext cx="5661085" cy="349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48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25D3A1E-E6A9-5FDD-4DEF-08EFA0119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0687" cy="352431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8E1502F-05F0-5D1F-B1BB-003B7CD12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312" y="0"/>
            <a:ext cx="5710688" cy="352431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1DF1676-093E-603D-D512-79C487D2F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14696"/>
            <a:ext cx="5417389" cy="334330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C809DCE-2127-A12C-6505-97F8276AF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4610" y="3514695"/>
            <a:ext cx="5417390" cy="334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7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73409D7-7245-AA89-101F-521BACA83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768" y="0"/>
            <a:ext cx="5669232" cy="349872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8D9F039-D992-EB6E-1C3B-48FE1A7D1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69232" cy="349872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77FAF26-08D5-F353-2CA5-E0465F464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732" y="3498726"/>
            <a:ext cx="5443268" cy="335927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393C3D3-CF12-79CE-CE87-0BF182895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98726"/>
            <a:ext cx="5443268" cy="335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08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EFB24C3-479B-EBE0-4E9A-737CE312D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95358" cy="369999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FB3C16A-32DF-CB59-06EB-8240DEA5B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5056"/>
            <a:ext cx="5141343" cy="317294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4B1F581-B664-D5E6-7225-59A97ECC2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642" y="3158007"/>
            <a:ext cx="5995358" cy="369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85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BE44A11-DE6F-0D77-50B9-1CE6CCDA7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98710" cy="364034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8935133-5E3E-3ADB-485B-7328F1E10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289" y="-1"/>
            <a:ext cx="5898711" cy="364034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16AE8CF-3370-118E-C303-F86823B7B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99876"/>
            <a:ext cx="5279366" cy="325812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40886B0-67B8-5AD1-25D8-0A9098314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632" y="3599876"/>
            <a:ext cx="5279368" cy="325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03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A6B73F7-0497-0226-8F91-1F1616D2E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60521" cy="336992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7BFC054-1A0A-6EBB-5667-C4F18D57D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478" y="0"/>
            <a:ext cx="5460521" cy="336992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2067DE2-AEB0-FD1F-0410-C4EC89DD5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317" y="3347888"/>
            <a:ext cx="5687682" cy="351011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C0D50DC-A031-4812-E41E-0C5B4BC92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88078"/>
            <a:ext cx="5460521" cy="336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2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04F6859-FA19-5D7E-AFE6-8929D2E1F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26667" cy="36576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56E2E73-85AD-84BB-508C-4667CD61E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7600"/>
            <a:ext cx="5185833" cy="32004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E4E0724-9DAC-DDAD-A69A-CAC697090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332" y="3200398"/>
            <a:ext cx="5926668" cy="365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73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476000A-1EBB-CA7C-1E61-F8DBA552B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19313" cy="352963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C2616A1-0519-2A9C-BC37-42A0D7090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686" y="0"/>
            <a:ext cx="5719313" cy="352963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C14C15E-1E8B-EEBA-C8AD-B459E5AF3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9374"/>
            <a:ext cx="5426015" cy="334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25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0E602E2-2FCB-81F4-FB92-CF56BE048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69147" cy="337524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E884FEC-D544-D59D-D919-EC451113B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852" y="0"/>
            <a:ext cx="5469147" cy="337524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20945F0-2263-112B-660C-512CAE2B2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851" y="3482753"/>
            <a:ext cx="5469147" cy="337524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9E973EB-6805-6E2D-0B3B-426A6A303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82754"/>
            <a:ext cx="5469147" cy="337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54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2326BF5-B6B5-755C-8C52-B8B1FCF15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40083" cy="360416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AB52DF1-5D1B-F62A-B386-49B18E266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663762"/>
            <a:ext cx="5175849" cy="319423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D8B2383-7B33-D60B-F532-E5742D3E2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392" y="3161556"/>
            <a:ext cx="5989608" cy="36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01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BFF5E863-7688-BCEA-19AF-55470E0CD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540" y="3510950"/>
            <a:ext cx="5423460" cy="33470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BB368BD-2D0C-BF25-7F71-5E16B290A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538" y="0"/>
            <a:ext cx="5423461" cy="334705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6538963-3AA3-172C-5639-53FEFD9A6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23461" cy="334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300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A9FAAEC-B92A-6FEF-8840-9D577AFE4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82883" cy="332200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EAD3EC3-1638-701F-6853-648B77F91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588" y="0"/>
            <a:ext cx="5555412" cy="342848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47A1556-38FF-9F3E-7BBF-16024F014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586" y="3429516"/>
            <a:ext cx="5555413" cy="342848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0ADCDCC-3452-8609-E999-7D95BE4BF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535992"/>
            <a:ext cx="5382883" cy="332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78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07FC6D4-D39B-786F-7132-60AE4B191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78106" cy="368934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61F003A-DD86-219F-BAB4-B568763CE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64912"/>
            <a:ext cx="5011947" cy="309308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818BBDF-B938-DC52-5CEA-7DBE5FFFD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158" y="3269411"/>
            <a:ext cx="5814842" cy="358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22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C17FC95-6068-6A07-F6A0-C28D8C86B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24423" cy="347107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C15F3BE-06DF-EC7F-59E2-53CB65CEE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576" y="0"/>
            <a:ext cx="5624424" cy="347107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056ABEE-21B0-0DA3-9BF1-94285CD97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45439"/>
            <a:ext cx="5520906" cy="340718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BAE4D98-ED18-B09F-8528-A23A7BBA3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3450812"/>
            <a:ext cx="5520906" cy="340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50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684CE14-4F91-0171-1CDA-8302C3629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518"/>
            <a:ext cx="5555411" cy="342848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9CDBCD4-3068-D2CA-36C3-C4EE51F5F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5411" cy="342848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A68DCAA-9F68-B13F-257D-01963B7CD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588" y="0"/>
            <a:ext cx="5555411" cy="342848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9536422-5A61-D8CC-FBBE-93537F29B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909" y="3428482"/>
            <a:ext cx="5557089" cy="342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84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2172066-0D31-2A1B-C520-A6ADFFA1F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37621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DA17C74-0A11-9829-8CB0-2552BB184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70236"/>
            <a:ext cx="5003321" cy="308776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80EF50E-37C0-CA9F-9E0D-9D1B3D91A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95896"/>
            <a:ext cx="6096000" cy="376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13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3AAFF11-FF8E-5484-1419-F571166AA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98543" cy="345510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759B410-0712-DB73-86C0-E43537474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456" y="0"/>
            <a:ext cx="5598544" cy="34551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FCC933F-2458-7B9B-6382-ADCF3D5EB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02898"/>
            <a:ext cx="5598543" cy="3455101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a16:creationId xmlns:a16="http://schemas.microsoft.com/office/drawing/2014/main" id="{BE43B7AF-435D-77D8-4629-549E062624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4805F64-71AD-74AF-A54E-A34B9409B5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454" y="3402898"/>
            <a:ext cx="5598545" cy="345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439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2F2AA08-2881-A7F1-D8F5-6A4C1E488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D008057-70C3-9B90-8D91-2AD448EE8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2B0D523-9CBD-0D18-0144-5E8F3C05E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48" y="0"/>
            <a:ext cx="5556251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31AD603-7177-2DE3-A0EC-EBBA0DF4D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8" y="3428998"/>
            <a:ext cx="555625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91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A102B97-493A-620F-E1AD-51DA940A4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37621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E50C479-DFF7-FFC2-A98C-1F2A5DC67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91530"/>
            <a:ext cx="4968815" cy="306646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C43FB71-40DF-E544-8F21-A6B7901AF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158" y="3269411"/>
            <a:ext cx="5814842" cy="358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41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EB54C6D-0FF8-5DE9-8F0D-D507313F5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1CB4E9B-5EDE-AE50-502D-82D0D2D0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48" y="0"/>
            <a:ext cx="555625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E9F35BC-08AD-20B2-A96A-AFF73C323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29000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99F205C-F787-E27C-3650-8861A4732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678" y="3299972"/>
            <a:ext cx="5765321" cy="355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42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9A8982E-0646-4C58-4237-F8BE17517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4696"/>
            <a:ext cx="5417389" cy="33433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E7108A5-CBF5-EB8E-544E-D24C2FF71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15519B7-0D57-B4D8-C7B0-5B0866AB0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3FB9226-B5B0-0BB3-3FFA-6BE699802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8" y="3428997"/>
            <a:ext cx="555625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21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9A8EEB17-42C6-79D8-D8F1-73BDB824D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8931" cy="355408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E82AA01-0986-045F-1AC5-9C5F36392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23094"/>
            <a:ext cx="5241746" cy="323490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7EFA2B-DBA7-66F9-0B36-303C6E1AB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068" y="3303916"/>
            <a:ext cx="5758932" cy="35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C4035F3-2B82-C11E-8C03-0A1099CCA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40083" cy="360416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FC67636-84AC-AB59-2094-0EFFE644C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916" y="0"/>
            <a:ext cx="5840084" cy="360416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81B17A4-EF7F-DEE8-707D-E21B58FB7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5992"/>
            <a:ext cx="5382883" cy="332200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DA8C7C6-B90B-65F8-D2B7-2F1882DE0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50" y="3429000"/>
            <a:ext cx="555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194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307AF40-D366-7CEE-446B-0B275D5A4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221EBC4-279A-CC45-0A5B-669DB149C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0243822-42DA-8881-0C42-32AEB6350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940B946-B42E-F73B-4CCA-B8FF6D48CA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50" y="3429000"/>
            <a:ext cx="555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17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22CFF73-FECB-E9FB-CFDD-CFC67935F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27940" cy="353495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03D219A-D364-C9B3-CE21-02DDA9B76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3258"/>
            <a:ext cx="5322498" cy="328474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131183B-C0F1-7BDB-F4D8-EA08C8950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95896"/>
            <a:ext cx="6096000" cy="376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0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9747838-F64F-69CA-3170-036BF28B3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71072" cy="356157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653AAEC-C7C1-E308-7F6F-50DD28B25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926" y="0"/>
            <a:ext cx="5771073" cy="356157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60DD1B6-37FC-7428-854B-51C101747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88078"/>
            <a:ext cx="5460521" cy="336992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0C47FDA-493D-0C90-B424-851B047E3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448" y="3374506"/>
            <a:ext cx="5644551" cy="34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98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32B4CD7-961F-BFC6-C67B-E2774CE66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55625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0D879F3-C56C-DEE8-66EF-7EA892CDD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95026" cy="339121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E8B4510-7120-25C4-4667-48A6AE29E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974" y="0"/>
            <a:ext cx="5495026" cy="339121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40C2506-4A00-FA89-7D9B-C7F52363D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974" y="3466784"/>
            <a:ext cx="5495026" cy="339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072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19496C4-7CBD-75BE-CFAF-9DAB93B73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57336" cy="361481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963CF31-AB03-38A2-CAAC-E5B5A646B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25485"/>
            <a:ext cx="5244860" cy="323682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A865BD6-0F6A-010A-8457-95B0A84D6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524" y="3188174"/>
            <a:ext cx="5946475" cy="366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1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E184E21-935E-70BB-3B06-F90E2517D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15796" cy="34657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B297FCF-740E-9D2E-E115-E4665FD28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204" y="0"/>
            <a:ext cx="5615796" cy="346574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9316DF5-8D3F-AEA9-32B9-ACB814E87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92252"/>
            <a:ext cx="5615796" cy="346574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ACE443D-2173-2A34-67F4-5DA60775F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202" y="3392250"/>
            <a:ext cx="5615797" cy="346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29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A9BE973-8C4C-1C10-887A-E0AB01E33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8726"/>
            <a:ext cx="5443268" cy="335927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B98F072-6FEA-CB7C-DDF5-792684179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43268" cy="335927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EBBB35E-D132-41E7-A946-0B198DAE0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730" y="0"/>
            <a:ext cx="5443269" cy="33592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4E9CDAF-9DA3-4267-AB8A-708F428BE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767" y="3359274"/>
            <a:ext cx="5669232" cy="349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09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7178793-CDF4-8572-3029-49DE272EB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376210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7E82B53-5D4C-BE56-938D-5EA5BE34B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64912"/>
            <a:ext cx="5011947" cy="309308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2605D36-5FCB-8927-6C08-FA1D4D16E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3429000"/>
            <a:ext cx="5556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41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3477B3F-BD3E-FE0B-C096-AF47F816C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62445" cy="355625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BD84E28-55BD-BBF9-65D5-40DD18C7E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376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537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4FCCD36-2177-D508-AB3C-FBDCB87B4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3268" cy="335927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847FDE6-C01B-7A34-8AEE-4017B4F22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732" y="0"/>
            <a:ext cx="5443268" cy="335927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FFE302F-A963-01D8-3AFC-AEF51B4B3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730" y="3498724"/>
            <a:ext cx="5443269" cy="335927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13F8EC1-D10E-E3C1-B461-AB9D40682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98725"/>
            <a:ext cx="5443268" cy="335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90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E493119-2E57-232A-AE49-7E4E25DFD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37436" cy="33556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C082445-5851-59C9-0F52-343CB6B0B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2324"/>
            <a:ext cx="5437438" cy="335567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E0AC504-4DB7-9591-62E8-9E9BF78E5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140" y="3150908"/>
            <a:ext cx="6006860" cy="370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554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5BE1D241-6F0D-68C7-F2FB-1ABA9B21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83215" cy="363078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0A749CE-5B8C-F91C-26FD-51D3E9C41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784" y="0"/>
            <a:ext cx="5883215" cy="363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707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68DA11F-5760-081E-C462-3FFA154BB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17389" cy="334330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94BFE49-1DCC-CCB9-FCE9-BEA387049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49" y="0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BFDCD94-AD6B-2B2B-8560-F0A432753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95" y="3370956"/>
            <a:ext cx="5650303" cy="348704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FA862DA-6CDC-A2B4-E109-B10D81B4A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370956"/>
            <a:ext cx="5650303" cy="348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559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65A94F6-A920-44AE-DDC3-A4A219CE6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24423" cy="347107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447EC20-4C6F-9F79-74A6-AFFA0BE82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294" y="3262706"/>
            <a:ext cx="5825706" cy="359529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21BC6E7-EBC1-5C8D-6E6D-719D0740B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6135"/>
            <a:ext cx="5512279" cy="340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238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DF87112-69CA-29DE-FCBE-BC67DB99F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41675" cy="348171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5905D72-FBDA-6E96-F000-BA02CDC35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260" y="0"/>
            <a:ext cx="6032740" cy="372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180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2A5C093-7C1F-A60A-72B6-5D85C3985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0308"/>
            <a:ext cx="5667555" cy="3497691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8955C0B1-C7CA-D65A-851A-F25E5A7495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E773175-82F3-36C2-1710-F043B2ECE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170" y="83710"/>
            <a:ext cx="5667554" cy="349769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15F83F7-B738-A91B-57E1-1BD38C595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309306" cy="32766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F1B8244-2412-BB0C-0070-C1EAB57239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694" y="3581400"/>
            <a:ext cx="5309306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857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E4106B2-5319-73AB-E504-6E27C0186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98710" cy="364034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B726B0F-A87F-4D06-57B7-EBBBB23DA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37142"/>
            <a:ext cx="5218981" cy="322085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1A76597-3793-F029-FFCA-1351ECD01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272" y="3177528"/>
            <a:ext cx="5963728" cy="368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103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4D6A4AA-7FBB-F93F-241A-F98600D1E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57336" cy="361481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B142A1E-1DEE-7976-7941-2167A4C41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664" y="0"/>
            <a:ext cx="5857336" cy="361481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D5FF18F-06E2-AA78-79C7-98E8BD4C9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9228"/>
            <a:ext cx="5296619" cy="326877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F2107D6-A376-000A-8013-5B15E36E57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52" y="3428999"/>
            <a:ext cx="5556248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0502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67BD2B8-5180-FD7A-712D-0C32AE289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6998"/>
            <a:ext cx="5089585" cy="314100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96696A6-EC6F-3E5B-7528-53348B220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58928" cy="349236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C89734C-A077-F45A-B4A8-6B2264FF0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070" y="0"/>
            <a:ext cx="5658929" cy="349236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3ECEB94-5DBA-6F43-7495-63242EC0C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1736" y="3512921"/>
            <a:ext cx="5420264" cy="334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553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B3ABFBA-404D-AA7A-E657-5F04DD830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86732" cy="369466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B7ACD9A-3C4A-B8D8-CC8F-AB725B605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58438"/>
            <a:ext cx="5184475" cy="319956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DB10B01-324A-09DF-3738-5479BD431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002" y="3329796"/>
            <a:ext cx="5716997" cy="352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198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58F3BE9-DE72-186A-0FD2-140F657F3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15796" cy="346574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BF1B19A-178E-735D-8A1D-9186C20C4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202" y="0"/>
            <a:ext cx="5615797" cy="346574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79B2E3E-F5A2-12B0-FAE5-3AEE0A7BC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93402"/>
            <a:ext cx="5451894" cy="336459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9306F71-DBDD-C1BA-76CE-728B6447D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201" y="3392250"/>
            <a:ext cx="5615797" cy="346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46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7D5992B-B473-7E8E-203B-EFC4E976C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556249" cy="342899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F774694-C6D4-7C7D-4765-F3239A3A0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6249" cy="342899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1FF526A-FB06-B415-CD83-1CA9A7C3A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-1"/>
            <a:ext cx="555625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E8489AF-5B5F-50E1-F82E-99B9DD258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8" y="3428997"/>
            <a:ext cx="555625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42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8EBC6E7-AC60-8868-A608-4AA6A980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22830" cy="359351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41080D3-EABD-A462-A24A-C10D3B663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573258"/>
            <a:ext cx="5322498" cy="328474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90C2091-5530-53E2-BAFC-AAABA85E6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095898"/>
            <a:ext cx="6095999" cy="376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6075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D548961-8004-B419-7053-A0AEA683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46785" cy="342315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9D0A1EB-7E4A-8483-A2E4-678E93D5C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215" y="-1"/>
            <a:ext cx="5546785" cy="342315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B51A9DB-5B78-5D31-073F-6174FBE1ED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34840"/>
            <a:ext cx="5546785" cy="342315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3E36719-3DA6-9ECE-6DD0-8BFEBBC58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284" y="3423158"/>
            <a:ext cx="5565716" cy="343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4739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4B53720-2E7C-285C-51EA-6FB08641BC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71DA4FD-60D3-EF72-952E-9A0525291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5674"/>
            <a:ext cx="5675064" cy="350232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E49807-D636-4093-461C-5BB17B440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82883" cy="332200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05881CE-B463-DBA9-B8C9-49254FE7E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50" y="0"/>
            <a:ext cx="555625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FF981A0-B0F8-C885-E195-DCC9F9729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748" y="3428998"/>
            <a:ext cx="555625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068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341D3F6-E8AA-4687-37EE-257CD7B18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83215" cy="363078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71026A9-B739-3529-B980-75EF64BAE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94554"/>
            <a:ext cx="5287992" cy="326344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B8A4752-9D04-DF19-792A-B9B22E319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052" y="3294650"/>
            <a:ext cx="5773947" cy="356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3970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63E50BE-3967-4322-4B87-830FD4666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74589" cy="362546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39C693C-6E15-E948-44B5-6652AA95F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750" y="3429000"/>
            <a:ext cx="555625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4C8D460-F921-AB5A-CFC9-5B8D68493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9374"/>
            <a:ext cx="5426015" cy="334862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436D700-05C3-735E-2016-D4A4CCED1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499" y="0"/>
            <a:ext cx="555625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4943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9990CFC-A099-2628-AB14-2783B0D45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70956"/>
            <a:ext cx="5650302" cy="348704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4E02EA8-0B6C-1E36-B92D-F24039730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57004" cy="330603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AA5E8B7-8648-814C-32D3-07BF374B3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98" y="0"/>
            <a:ext cx="5650302" cy="348704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F2E667D-D300-4207-FB8E-9D16BC485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02" y="3487044"/>
            <a:ext cx="5462197" cy="337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35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6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8</cp:revision>
  <dcterms:created xsi:type="dcterms:W3CDTF">2024-10-23T20:59:45Z</dcterms:created>
  <dcterms:modified xsi:type="dcterms:W3CDTF">2024-10-26T11:12:03Z</dcterms:modified>
</cp:coreProperties>
</file>