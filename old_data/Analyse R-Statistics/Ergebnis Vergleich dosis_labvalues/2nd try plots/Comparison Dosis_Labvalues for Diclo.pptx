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08E44D-CA6C-86FC-0A3E-378CBCDEF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6EF49E-6728-7538-9986-A8125A0A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580A5D-818D-35BA-1F67-26BDE5AA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D05135-3211-ECE4-846F-CD3FC82A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67D1CB-C0DE-C51D-C7D1-A55630238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26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9579E6-84CE-B6B8-36DF-2AD4F241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A1ABFA-5D63-2C39-6A25-1885ACFC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144A59-519B-7355-9AA6-B76D968D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A0AE7-4A9C-50CB-CBDA-5BA48468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3EF568-39D6-3783-949B-DC24F058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6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B3C81-7FCD-05E0-13E3-607E72E0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7E4509-343B-7D92-C75F-1023DE6BB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A50089-56FA-0B07-8D50-36C7425C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0558C6-4AED-EBD0-24A2-9453A00F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DBD5F4-4A36-6682-A28B-08154BBD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0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2AC2B-A68C-9965-503B-2167B372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084CB1-01F1-038E-E2E7-273A57C98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CD3106-C178-C0A1-1681-4D3A65331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90D395-2F0A-FB84-4641-70BF2581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F203E6-6892-6F52-4C7D-794F00F4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7E071A-5789-CF1F-2939-2624CFA3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071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3926F-D42B-F024-0B6A-FF950473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9A892D-A413-3BC3-66DE-B72B81F5D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909B6D-DE17-CBB9-B663-4AA48C2A3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B4C1F9-84A0-CEDE-F800-6855958E2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1383BB7-28A5-A384-CCBA-556C0E467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3CD7866-5539-2584-7C0A-A0421B09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6FDA53-7D35-114A-C0CD-D2036928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F695823-3414-33B0-208A-4A45C8A7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24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9F918E-36E9-4DCC-4985-AFEFBE627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9CDBC6-A445-CF7A-4076-70A0CAE8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2DDBE3-38F6-4BBD-4F45-9BA7814A4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5DF97A-A92B-5FB3-AD21-7CCF2FDE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44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E90210-5386-4EEE-9EF7-DD188CCB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4A0C48-BFE0-1814-C181-E7598082F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45C90E-5BD8-C397-65F0-AF192963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514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7A08A5-5968-F570-CD78-18230F09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C8CE5C-78CB-A73E-8E83-9A0D14C71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6972E4-ECD9-8ECC-8CF5-3356D0323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DB58F3-1816-47E5-B0E6-4068D491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AC1336-813D-A6E4-339D-DA89CB68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80A26D-BB49-ED6C-CF9F-42343CB8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87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7A837-E888-12FA-EE88-0017311F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4C791A9-3536-C56E-8A1F-7BB59CEB7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CF9337-A99A-4925-20F1-05D1C64D9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2ECC30-D6C6-8BF0-2875-D6DDA60C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746F0-08E8-C180-63B9-DB822477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4F4C3F-F6EE-4158-6F94-47124C8F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7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736D3-CCE7-DAF2-6E93-14237C3C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EF3660-F2EE-5006-FE29-A711AFCA0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E7722E-87BF-F87A-CCF3-9477E96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ECFBBE-1123-2AAE-716C-CAE0C680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6A48CA-4ECA-06EA-BAAC-A406DE8F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29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305E29D-9603-CE68-D5F6-3D74381FE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205C96-3C03-6711-02F9-DBE6B402C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5A6140-257B-294F-A586-0C9D9593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744AD6-A389-E2E7-AC34-B9278D7E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18CAC5-A8A1-F91B-68A6-09BF7DFF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438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13108F-E0B4-DE28-0F9A-613FEE87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27A78B-2412-36AB-8E2E-0CF3216FF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DBB1C0-E300-4DBB-0E39-A9A362427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32EFE-DE1D-4FB7-82A6-0786289E6411}" type="datetimeFigureOut">
              <a:rPr lang="de-DE" smtClean="0"/>
              <a:t>22.10.2024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D92F27-0EB3-826F-20A9-7E1116E40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F59937-3228-9EBD-7BF1-07C887225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83D31-0159-49D5-8D44-8D5E6587CC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51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4C669CB-49BC-CD57-FA7E-639B77FC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19313" cy="35317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DC47227-590B-8AB8-6BE4-97318C6B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86" y="1"/>
            <a:ext cx="5719314" cy="352663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8259E67-6558-73DE-6D90-AAF1978C6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31" y="3581038"/>
            <a:ext cx="5314411" cy="327696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54DDDF3-9A40-640A-D0CF-111695183E5F}"/>
              </a:ext>
            </a:extLst>
          </p:cNvPr>
          <p:cNvSpPr txBox="1"/>
          <p:nvPr/>
        </p:nvSpPr>
        <p:spPr>
          <a:xfrm>
            <a:off x="9894497" y="3275512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*10)</a:t>
            </a:r>
          </a:p>
        </p:txBody>
      </p:sp>
    </p:spTree>
    <p:extLst>
      <p:ext uri="{BB962C8B-B14F-4D97-AF65-F5344CB8AC3E}">
        <p14:creationId xmlns:p14="http://schemas.microsoft.com/office/powerpoint/2010/main" val="364939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EC9357B-116C-EE0A-8534-683606466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5" y="146379"/>
            <a:ext cx="6757552" cy="416682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EAD2CB4-D51E-CF40-51F9-32CA23F1F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64" y="3528179"/>
            <a:ext cx="5400136" cy="33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8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B19219F-C20B-4559-3A50-D473AFD23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546" y="0"/>
            <a:ext cx="5619211" cy="346490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54C4DF9-2ADB-1E72-2CE8-446EAEEC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3" y="3528179"/>
            <a:ext cx="5400136" cy="332982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5AA0C26-8171-62DA-DA4D-4863E092E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546" y="3435313"/>
            <a:ext cx="5550740" cy="342268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2CB38D5-79CE-3935-EE6C-0BC11FDA4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"/>
            <a:ext cx="5619212" cy="346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7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CC7DE59-ACDD-E067-3304-AA458EF90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241" y="3626806"/>
            <a:ext cx="5240187" cy="323119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0B935B3-D729-88E2-3A29-913562ADC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12"/>
            <a:ext cx="5564038" cy="343088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EB95D9-86D8-5227-A543-855398D4E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30" y="-4311"/>
            <a:ext cx="5454770" cy="33635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1262B0C-AED8-BFB2-6705-3547C9BC5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4" y="3427114"/>
            <a:ext cx="5564038" cy="343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7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401EEF64-BAAF-A85F-60CA-9BC80AE3F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ABA8D1-92F1-262D-32B7-9CB3AD237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785093" cy="418381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A2D2221-B086-59E6-A48F-966999944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472" y="3462575"/>
            <a:ext cx="5506528" cy="33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5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A89AC4C-F3D8-946E-9D0C-3B2A0AF0E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41675" cy="347875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4428E7E-AD2D-F1B7-78F5-9DDD65D9A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27" y="0"/>
            <a:ext cx="5635023" cy="347780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714F8DF-29A4-2E03-7926-1D06F372C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" y="3433438"/>
            <a:ext cx="5548759" cy="34245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FBDBB17-93B7-8C06-0603-0EE095CB3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861" y="3477802"/>
            <a:ext cx="5476877" cy="338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9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4B255F1-E90C-AC6F-A166-2A04970A3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1291" cy="344464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0831833-EA57-54A0-7808-42878D5A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709" y="0"/>
            <a:ext cx="5581291" cy="344464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BA9096F-958B-198E-1C0A-3DDB02DD7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08" y="3413360"/>
            <a:ext cx="5581291" cy="344464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EC89E00-4895-3B78-F8ED-306C55E94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13360"/>
            <a:ext cx="5581291" cy="34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7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248134A-3AED-6F6C-C46B-340BB29DA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0653622" cy="65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634C553-3761-9B55-1B25-F9FA1B700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2485" cy="360584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50E34F6-1234-CF83-77A5-C8471E9C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15" y="0"/>
            <a:ext cx="5842485" cy="36058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4354FED-ADEE-07BB-00D8-31A530C81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0210"/>
            <a:ext cx="5132717" cy="316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2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ECA35C7-38CE-70F1-902D-3DD8283D8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896"/>
            <a:ext cx="5460521" cy="33701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D2AE5DA-BAF7-2D7E-7D8D-351654B6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60521" cy="33701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B8C77FA-C2E6-AFFB-AC36-92A6DA602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479" y="0"/>
            <a:ext cx="5460521" cy="33701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55F8D84-FF5D-515B-04AB-4894375A8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479" y="3487896"/>
            <a:ext cx="5460521" cy="337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E9FA5C6-AD26-F44E-AD37-2AF7810B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43675" cy="40386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BF4DCE8-52D2-CAFE-E4A9-E0EF05E26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68" y="3257190"/>
            <a:ext cx="5834332" cy="360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20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5D54A4A-1DD6-2D2E-7863-F56CBEC8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66"/>
            <a:ext cx="5676181" cy="35032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38F78C4-069C-BBAF-03C3-7D2430E6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15" y="21566"/>
            <a:ext cx="5787875" cy="35721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6CBE993-440A-9774-D9F1-A3496C466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0866"/>
            <a:ext cx="5339751" cy="329556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93E8084-902B-AFE1-A429-1209BCAAF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845" y="3454178"/>
            <a:ext cx="5515155" cy="340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77E56D9-D924-C1E8-3D7A-08A498D0A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3220"/>
            <a:ext cx="5451894" cy="336477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F9D15CC-BE10-55F5-BBAD-48AACBA22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538158" cy="34180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ED0617E-0363-C41A-8EC7-71B1FE43D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985834" cy="369431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E774B75-0383-AB25-89B9-0B90E43E7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034" y="3650388"/>
            <a:ext cx="5126965" cy="316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97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38DE1A3-EA57-B551-6F93-2A260543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313"/>
            <a:ext cx="5909094" cy="364695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214F0EE-2CE2-4C8C-48B9-01094C43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903" y="3211046"/>
            <a:ext cx="5909096" cy="364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42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B8B91B6-FFBD-D1C4-A5EE-62054FAF1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26347" cy="36576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54A148E-4C3A-8971-78E0-D659132F5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76230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03C8C27-FD69-15E7-7393-80FB8B00F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3590"/>
            <a:ext cx="5175849" cy="319441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288C2F9-34AE-D13A-1F7E-701FBB123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498" y="3558884"/>
            <a:ext cx="5345502" cy="329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20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70A39EA-069C-868B-F1A8-4E95BC0C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5812"/>
            <a:ext cx="5382883" cy="332218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8305463-10E8-197A-D223-BD81454DB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693434" cy="351385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A52EC6C-F3CE-841F-A636-9E275EA2B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17" y="0"/>
            <a:ext cx="55559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84706C-4E41-B122-2732-FAE9E122F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592" y="3428997"/>
            <a:ext cx="55559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98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FF18738-6CB8-0525-1904-EFA6BFE8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9C0885C-432A-9971-F679-8E6EA77E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89" y="3243211"/>
            <a:ext cx="5860211" cy="361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03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34D9E59-5C99-25F6-EF81-404435F2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7661" cy="363172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1739A81-62E2-0E11-A357-2547405A9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39" y="0"/>
            <a:ext cx="5887661" cy="363172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C2B0CFA-8448-5E50-D04F-373A7D97A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601497"/>
            <a:ext cx="5279366" cy="325650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EFCFA71-36B3-21E2-0B2A-C5DBF9189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633" y="3601497"/>
            <a:ext cx="5279366" cy="32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1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70CD796-FF49-7D46-DAF9-96ED2CAE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443269" cy="335760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F018E6C-BE52-018F-85C7-741C48A83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87" y="1"/>
            <a:ext cx="5566913" cy="34338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26D3817-C62F-D3E6-55FB-0B25B4944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242" y="3357605"/>
            <a:ext cx="5674758" cy="350039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C800880-D4D0-59C6-B33B-39129122C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3425901"/>
            <a:ext cx="5564038" cy="343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32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14080AB-F450-EBBD-524D-7C19F8DFE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0AE998D-BD88-ACDF-85D3-70C0DDA26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89" y="3243211"/>
            <a:ext cx="5860211" cy="361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57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9AA52AA-EDB8-E59D-0CA7-3C9C4A17F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559014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4011C4A-FAF6-9DBB-9586-51E97DE24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985" y="1"/>
            <a:ext cx="5559014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D93218E-B47C-71F7-0DEF-27B0C343F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998"/>
            <a:ext cx="5559015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8ED49F1-1BDB-65EA-F7F8-8FCFCBF56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983" y="3428998"/>
            <a:ext cx="5559016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07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C03AD71-D46B-3B32-2367-A46C5DB8B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346085"/>
            <a:ext cx="5693434" cy="351191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9F9F4B3-3F91-5387-71F1-ECCB24949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322498" cy="32831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F5FF437-2BAA-7DD5-9A4D-A055F76CE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566" y="0"/>
            <a:ext cx="5693434" cy="35119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C728DBF-AAC2-703F-2D39-25924D99C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736" y="3514587"/>
            <a:ext cx="5420263" cy="33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64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EECD92F-0744-AF4D-2D1D-BED407CC7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C0F7EE6-7ED1-15C4-6601-BFA3EB54B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536" y="3232569"/>
            <a:ext cx="5877464" cy="362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E19E904-B4B7-6A26-BB6A-495F28AC0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932" y="0"/>
            <a:ext cx="5748068" cy="354561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A7EB7A6-EDA6-E7DE-522E-C85A26DB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629275" cy="34723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BD1514F-B91C-020E-4BDD-54C963DA4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1681"/>
            <a:ext cx="5408762" cy="33363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9D8ECF4-6AA1-7019-E6C3-321393D6C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6697"/>
            <a:ext cx="5497902" cy="339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16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0B555CF-4EE8-222C-47CF-11DC45643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21681"/>
            <a:ext cx="5408762" cy="33363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FF42F4C-E3D7-7A7D-9906-3CE24BA86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24423" cy="346934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3217C24-C593-C88E-52DE-4805DCF9F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11" y="0"/>
            <a:ext cx="5717337" cy="352665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D7FDF04-1219-C106-00BC-04A5399E8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386" y="3521681"/>
            <a:ext cx="5408762" cy="333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29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1F7F9A3-A1A0-4AF6-DEC1-AB176430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239774" cy="384891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230753E-FEFB-9825-19A5-2FE85B28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226" y="3009083"/>
            <a:ext cx="6239774" cy="384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52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65B300B-113E-1769-DAB9-B8E9A4F77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564038" cy="34320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59456EC-7138-EA3E-FB31-419DE9C09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750" y="1"/>
            <a:ext cx="5559014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DE05B91-6EF6-C6AB-0636-36F1FE4A9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" y="3391859"/>
            <a:ext cx="5619226" cy="346614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B50035B-E93A-3472-DADD-555E4B10E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74" y="3354719"/>
            <a:ext cx="5619226" cy="346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3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113AE0F-0BEE-26BB-BC21-64041EF7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5076"/>
            <a:ext cx="5451894" cy="336292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BC4F862-F3C9-2A3B-C5CF-17BF86FF2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451894" cy="33629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C975093-748B-6AE9-D9CA-765CAFBB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105" y="1"/>
            <a:ext cx="5451894" cy="336292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CFDF86D-DD5C-4DCF-F4D6-717516BD2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581" y="3402843"/>
            <a:ext cx="5601419" cy="345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08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D98C69F-A361-4C7B-7C4E-A0E5A9BB4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F176043-D6A6-F62E-1B83-A3CBFBA7B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294" y="3252158"/>
            <a:ext cx="5845706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76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C0195EF-3788-2102-B2C2-FF2DA1BE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969479" cy="368219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EADBC99-0BFA-0FB8-F908-BA0DAECBA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521" y="-1287"/>
            <a:ext cx="5969479" cy="368219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36387B4-25CA-3EA4-9D26-EAE1DD4A3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4065"/>
            <a:ext cx="5210355" cy="321393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0913FF1-5D72-A922-435F-0AC3E5A3F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783" y="3545457"/>
            <a:ext cx="5370217" cy="331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05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20585B8-C223-C1EF-1210-1587CC92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3792"/>
            <a:ext cx="5486399" cy="33842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62E4241-026F-DF78-106E-5BF961C8A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5486399" cy="33842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C6B5E2D-10E8-20A8-A80A-A590C32F3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087" y="1"/>
            <a:ext cx="5566913" cy="34338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7245430-5170-BCDA-0B6B-D8B396FA9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087" y="3424127"/>
            <a:ext cx="5566913" cy="34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53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466DAE6-5E8B-E23A-54DA-A9B3398E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31D944B-65F1-778F-A844-2AC3724FB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384" y="3200400"/>
            <a:ext cx="592961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313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F733F23-DE92-E329-E376-1C9211A7B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136" y="0"/>
            <a:ext cx="6029864" cy="371943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E24D26F-522E-1A9B-85DB-3483F3B4C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548286"/>
            <a:ext cx="5365630" cy="33097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AED3198-1FC2-3E04-0635-277D6E4F7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023" y="3652934"/>
            <a:ext cx="5195977" cy="320506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8AE0E61-9C98-4A76-1C98-639E4B632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0"/>
            <a:ext cx="5615796" cy="346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56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BEB188F-A724-A86B-64E5-6C576E36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571336"/>
            <a:ext cx="5328262" cy="328666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0E34EFE-9A28-6932-2324-951221DE1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328262" cy="32866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F467A54-514E-BF83-DC27-20E500DF4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985" y="1"/>
            <a:ext cx="5559014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C8A4D97-CC65-802D-E87E-0AD2E36F2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985" y="3428999"/>
            <a:ext cx="555901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08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ADDC0AF-3273-80D6-5E98-2A0775E0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447055" cy="397677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B93B7A2-E663-9D49-4B1B-825B9C426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09" y="3227248"/>
            <a:ext cx="5886090" cy="363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49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8F16A6B-6E3B-7180-6C16-6CEA02E9A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2445" cy="355448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762A44B-4C00-37B8-2295-8CC25E8C8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6" y="1"/>
            <a:ext cx="5661804" cy="349240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FD2DE92-6CB1-C59D-09EC-3A5AD89EE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53606"/>
            <a:ext cx="5357004" cy="33043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5C20A78-624C-49D8-5AEC-E74B2A5D1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777" y="3492405"/>
            <a:ext cx="5456223" cy="336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6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E863FA4-10A3-0159-F7E6-F8C8D0E97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5076"/>
            <a:ext cx="5451894" cy="336292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C4A5361-9931-E32B-311D-F821E8F31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572664" cy="343742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36ED857-5692-F95A-040C-1F81F8D29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38" y="0"/>
            <a:ext cx="5713562" cy="35243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7C0129A-7736-3C03-5DA9-BA9C24123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868" y="3576111"/>
            <a:ext cx="5320522" cy="328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25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E13F4F9-F202-32D2-F702-6CC30235E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6357668" cy="392163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205A46-20FC-73F7-38C4-CA513662A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69" y="3259175"/>
            <a:ext cx="5834330" cy="359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50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A8F3910-0400-9466-3E11-7209AC72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529532" cy="341081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5323EB-86B1-6FFF-644D-1983B827B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468" y="1"/>
            <a:ext cx="5529532" cy="34108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82EB303-8CD2-68D9-82CC-414BC852E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399296"/>
            <a:ext cx="5607170" cy="34587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EEFBAC2-3D76-C886-F555-1DD2D2293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506" y="3410815"/>
            <a:ext cx="5588494" cy="344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83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475C324-30CB-49DC-0872-5ECFC417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20580"/>
            <a:ext cx="5572664" cy="343742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B89E9DF-3ACA-C14E-58AC-E5520568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91509" cy="33256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9145949-1825-5631-DE59-55E253BD8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098" y="0"/>
            <a:ext cx="5497901" cy="33913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6B645F4-CE4E-7C8F-F32F-1272CA634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6697"/>
            <a:ext cx="5497901" cy="339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46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5D84635-8DCB-6129-78B5-543CA8F5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FBA1E75-C084-F427-9E8A-EDBC428D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85661"/>
            <a:ext cx="5629275" cy="347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55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D558412-D0A1-FD6A-2457-2A4A03426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859690" cy="361446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8F5C824-4A90-21FC-119B-EF77B9FF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310" y="1"/>
            <a:ext cx="5859690" cy="361446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F0B8E4E-32B2-09AB-6761-7B6DF811B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7644"/>
            <a:ext cx="5382883" cy="332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07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A3F481E-C410-7199-68C1-33F85598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9754"/>
            <a:ext cx="5460521" cy="336824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AA037C2-AE59-CD6B-09DC-1EB862407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46785" cy="34214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CBA1D51-A49D-66AF-EE26-D77C71CC5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215" y="0"/>
            <a:ext cx="5546785" cy="342145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C852BE3-7853-612F-2931-8F0B49943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215" y="3436543"/>
            <a:ext cx="5546785" cy="342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02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87D117F-1305-51FD-164E-53333274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7011" cy="427282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345612F-8BB4-5580-F483-D1DE19922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966" y="3440091"/>
            <a:ext cx="5541034" cy="341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53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D5E6CFF-6754-74B8-6802-CFF602E2C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13" y="0"/>
            <a:ext cx="5677887" cy="35023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3B933C3-9F77-4636-2EBC-F8332D600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8806"/>
            <a:ext cx="5575540" cy="343919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764C4D1-387F-E8E2-461A-AAB3147E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"/>
            <a:ext cx="5575540" cy="343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94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3EA355C-F2FB-806E-C496-6D31D9F15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20580"/>
            <a:ext cx="5572664" cy="343742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D64A356-F125-ACB2-04AB-3918B7564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5400136" cy="333099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8DB35E-A897-94E2-6A67-75D3A16CB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864" y="1"/>
            <a:ext cx="5400136" cy="333099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6172C7D-8FFA-3ACC-BFBE-5CEDF6143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863" y="3527002"/>
            <a:ext cx="5400136" cy="33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3500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EF0A1E2-8C47-808A-0DB4-CD8540118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62725" cy="40481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9DA59AD-C199-5140-F704-7C14B6E9E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909" y="3227247"/>
            <a:ext cx="5886091" cy="363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171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3754F57-A959-2726-06FA-107DB01D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96951" cy="357576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035443B-2853-6B40-7AF7-D7154E064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1" y="1"/>
            <a:ext cx="5722189" cy="352965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FD7E27D-3EDC-14AA-5E37-024D55D74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68469"/>
            <a:ext cx="5495026" cy="338953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5D88C3A-E8FE-B46E-B8ED-E7A4874722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713" y="3429448"/>
            <a:ext cx="5558287" cy="342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52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B2C3C0B-3B08-F09A-EE3E-601CAD5EB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333"/>
            <a:ext cx="5633049" cy="347466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78C61E8-AC04-4123-BAA4-7BC296DB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17389" cy="33416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C32B941-F8CF-4F9A-A8EC-E4CB23440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438" y="0"/>
            <a:ext cx="5717336" cy="352665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8D082A2-A0C4-6691-23E5-CB7228631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8" y="3466696"/>
            <a:ext cx="5497902" cy="339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1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1</Paragraphs>
  <Slides>49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16</cp:revision>
  <dcterms:created xsi:type="dcterms:W3CDTF">2024-10-16T19:26:37Z</dcterms:created>
  <dcterms:modified xsi:type="dcterms:W3CDTF">2024-10-22T20:15:31Z</dcterms:modified>
</cp:coreProperties>
</file>