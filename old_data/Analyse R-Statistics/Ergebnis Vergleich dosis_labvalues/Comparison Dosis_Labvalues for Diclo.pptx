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300" r:id="rId43"/>
    <p:sldId id="298" r:id="rId44"/>
    <p:sldId id="299" r:id="rId45"/>
    <p:sldId id="297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A6DE7D-FFA7-C2E2-240A-0643CE86F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6A86051-4C43-FAB4-5D30-3206C037DB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B357678-B9D6-FEAC-86AB-1B8AAA01C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FE491-BC87-4554-8070-EACAA89F0DE6}" type="datetimeFigureOut">
              <a:rPr lang="de-DE" smtClean="0"/>
              <a:t>05.12.2024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2EF1B1D-7645-A232-9B82-FD830338B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276C8B-7680-318B-7DFE-91DAEAB41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840DA-6A8E-4215-B99F-E69C7FBC33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9287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E921A3-58AA-562D-4863-867904D19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A25929B-0481-D1AA-5ACA-0E742CD6D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0498AE-537C-16BE-F9D5-F34723D67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FE491-BC87-4554-8070-EACAA89F0DE6}" type="datetimeFigureOut">
              <a:rPr lang="de-DE" smtClean="0"/>
              <a:t>05.12.2024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AED1C39-5D3B-CCF7-8615-D2BE4566E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04E082-888A-D377-5C73-9D0281218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840DA-6A8E-4215-B99F-E69C7FBC33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7952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E73319-8C30-A061-C697-C26FF48DF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70B57DF-4F65-5388-5316-DB2FC3E76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E782490-F534-BA75-ED2C-CB715EFAB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FE491-BC87-4554-8070-EACAA89F0DE6}" type="datetimeFigureOut">
              <a:rPr lang="de-DE" smtClean="0"/>
              <a:t>05.12.2024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5A4AC0D-E685-CCE8-8B39-403011A84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71EC8C9-1DB1-968D-ABAC-2FE332267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840DA-6A8E-4215-B99F-E69C7FBC33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8152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516535-0463-FDD7-C121-1FF7F3AA6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1C63F9-97EE-CD96-80B7-F1FFF9A9D9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D3409A1-A577-6C73-BCB9-348A912B80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7FC1437-61C1-6E7B-A508-E9EC11108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FE491-BC87-4554-8070-EACAA89F0DE6}" type="datetimeFigureOut">
              <a:rPr lang="de-DE" smtClean="0"/>
              <a:t>05.12.2024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AB982CF-137F-93D7-B254-C80790BAB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FE05639-CB0F-514C-3C6F-E8D4E722F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840DA-6A8E-4215-B99F-E69C7FBC33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9954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2DA0EA-E8D5-AB85-6B81-9B7B80308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63505F1-34B5-80D9-9D61-0CE7224DB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9F02F78-2AC0-F424-2D50-78C4A73514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568BB82-C943-263B-D1FC-112B1788F9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8850699-E016-E7C5-D095-223DB20D13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DB4D526-11F5-77F1-47F7-AE58676F1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FE491-BC87-4554-8070-EACAA89F0DE6}" type="datetimeFigureOut">
              <a:rPr lang="de-DE" smtClean="0"/>
              <a:t>05.12.2024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1A9DE36-4405-4527-84F0-83E59A663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5D315DA-B0E3-331F-480C-B88129F62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840DA-6A8E-4215-B99F-E69C7FBC33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4688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213850-B035-5770-D424-2FA34F23A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43B61DC-12FC-4736-6AC3-19A098406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FE491-BC87-4554-8070-EACAA89F0DE6}" type="datetimeFigureOut">
              <a:rPr lang="de-DE" smtClean="0"/>
              <a:t>05.12.2024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F12905C-831B-998F-0EE4-55EE5BB95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4817645-B654-D328-1EAC-213CC2A26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840DA-6A8E-4215-B99F-E69C7FBC33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4999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DE0E92B-BFF6-65BD-A476-5C1895297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FE491-BC87-4554-8070-EACAA89F0DE6}" type="datetimeFigureOut">
              <a:rPr lang="de-DE" smtClean="0"/>
              <a:t>05.12.2024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78E5914-5378-C443-A624-352754D95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922108F-BBAC-BFEA-1816-669CC1891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840DA-6A8E-4215-B99F-E69C7FBC33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4246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6B8B49-D32C-3816-D9F1-2DD3E61C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48C4F6-E7AD-3283-E575-AA0890E72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B9CAC5A-F15D-AAD2-4703-07A79DB901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914A872-63EB-5553-79D8-76AF6C0C3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FE491-BC87-4554-8070-EACAA89F0DE6}" type="datetimeFigureOut">
              <a:rPr lang="de-DE" smtClean="0"/>
              <a:t>05.12.2024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806221D-9ECA-BDE6-335F-CE8A4370A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4AB7AF4-F0A0-048B-FE3E-233656B5E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840DA-6A8E-4215-B99F-E69C7FBC33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8354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73560D-471D-FEC4-213F-9C19C19BA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8A726E3-7AE5-A456-660B-B2EC7390FC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D0AFB2E-2B87-6E14-0186-D938A66CAA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4579C38-B0B9-707C-6C21-8D73BCAD4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FE491-BC87-4554-8070-EACAA89F0DE6}" type="datetimeFigureOut">
              <a:rPr lang="de-DE" smtClean="0"/>
              <a:t>05.12.2024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42EBF1E-C9DE-EB34-EEED-9BC007B1C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4A4027F-4ECE-450C-9FC0-4916C6A48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840DA-6A8E-4215-B99F-E69C7FBC33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1893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AB1204-8A35-8511-24F9-F35DDA68E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D123368-015A-EC0B-ACAB-53FD1987A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BD3404-38CE-67F7-CE55-E6ABB9E92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FE491-BC87-4554-8070-EACAA89F0DE6}" type="datetimeFigureOut">
              <a:rPr lang="de-DE" smtClean="0"/>
              <a:t>05.12.2024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0A5C101-C91F-E285-15E6-C07F7812E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09819E9-7617-A3DB-986D-B540AAD0C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840DA-6A8E-4215-B99F-E69C7FBC33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0272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4B57C03-BDC5-623A-BAC1-778B2D0A92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5CF69D9-1C29-5911-FBA3-72E8809CA5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5AAAD1-B121-C689-1B9F-6F5F04D4C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FE491-BC87-4554-8070-EACAA89F0DE6}" type="datetimeFigureOut">
              <a:rPr lang="de-DE" smtClean="0"/>
              <a:t>05.12.2024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88EA80D-A4E0-66E6-676B-1E6C993D2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9F2E82-4836-3177-1632-503F79628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840DA-6A8E-4215-B99F-E69C7FBC33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847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609A6DF-2725-2C46-81A5-581331C50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A2A855B-C70D-02F7-76B2-3B4371827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AB32D68-E88C-0137-AA34-81617BD9D4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6FE491-BC87-4554-8070-EACAA89F0DE6}" type="datetimeFigureOut">
              <a:rPr lang="de-DE" smtClean="0"/>
              <a:t>05.12.2024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C23BA7A-753D-9EF4-E0A8-FED4227D7E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DD1BEBF-1835-E3F9-65FB-DAB1F460AD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6840DA-6A8E-4215-B99F-E69C7FBC33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1941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8.png"/><Relationship Id="rId4" Type="http://schemas.openxmlformats.org/officeDocument/2006/relationships/image" Target="../media/image13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2.png"/><Relationship Id="rId4" Type="http://schemas.openxmlformats.org/officeDocument/2006/relationships/image" Target="../media/image14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8.png"/><Relationship Id="rId4" Type="http://schemas.openxmlformats.org/officeDocument/2006/relationships/image" Target="../media/image14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2.png"/><Relationship Id="rId4" Type="http://schemas.openxmlformats.org/officeDocument/2006/relationships/image" Target="../media/image15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8.png"/><Relationship Id="rId4" Type="http://schemas.openxmlformats.org/officeDocument/2006/relationships/image" Target="../media/image15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2.png"/><Relationship Id="rId4" Type="http://schemas.openxmlformats.org/officeDocument/2006/relationships/image" Target="../media/image16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1.png"/><Relationship Id="rId4" Type="http://schemas.openxmlformats.org/officeDocument/2006/relationships/image" Target="../media/image17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0.png"/><Relationship Id="rId4" Type="http://schemas.openxmlformats.org/officeDocument/2006/relationships/image" Target="../media/image17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5F4183EA-41FC-EDF0-491B-696BA1002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601419" cy="345687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58DFBFB-1E65-1AD4-9624-1D98C322A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580" y="0"/>
            <a:ext cx="5601419" cy="345687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8A6AA86-AE38-DCE3-3EB7-4B87920F7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45488"/>
            <a:ext cx="5529532" cy="341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572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DE0AA4B3-9D2D-8A06-C981-DBF13A7EC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6555678" cy="4045789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9C713ED1-33DC-560A-7C99-E695BB83B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4316" y="3347886"/>
            <a:ext cx="5687683" cy="351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377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2A18C9C0-FA5C-80F1-8008-31256F3FF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10687" cy="352431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BDA2FD2-092E-A877-AB5D-9B83B2E92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376210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81FC304-7B46-CAD0-EDF8-74089E41A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25344"/>
            <a:ext cx="5400136" cy="333265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337A52C-17D0-741D-34C1-97932BB0C7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0254" y="3623094"/>
            <a:ext cx="5241746" cy="323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177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B907FD1E-A426-C1A5-2076-753F9A594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02325"/>
            <a:ext cx="5437436" cy="335567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AD91BA3-1F6B-7F88-F22B-F6B124977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218981" cy="322085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99582DF-3FAC-3C81-CCE0-6AE63E4F9D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5472" y="0"/>
            <a:ext cx="5506528" cy="339831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2A6827DE-E23A-AEF7-105C-C5413A98D0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5472" y="3456137"/>
            <a:ext cx="5511262" cy="3401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27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87DB38C8-986A-E921-FDA3-9565A11A0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90095" cy="3881887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D63CFCAE-4A6A-D657-87AE-C286AD6A8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8564" y="3114135"/>
            <a:ext cx="6073435" cy="3748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520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C9BE6BED-50C7-C84F-FB01-58C6CEB44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625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DF781A38-3673-284A-767F-4F9B5BCD8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376210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C753D86-955D-9152-DA8B-36683054EB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86928"/>
            <a:ext cx="5624423" cy="347107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183B895D-BBCF-4221-2BAF-A2DA664FDD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0364" y="3579962"/>
            <a:ext cx="5311636" cy="3278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427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30F43208-AA97-A6DC-B8DA-3B39EFE8C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12396"/>
            <a:ext cx="5745192" cy="354560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CA8BDC15-A575-1678-5F9D-4B3A666B4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227608" cy="322618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99D59EC-2EBD-633E-6E4B-18B58840B5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4390" y="0"/>
            <a:ext cx="5227609" cy="322618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E2B2B084-4084-2A53-0F2D-A5DAE8A90E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5749" y="3429000"/>
            <a:ext cx="5556250" cy="3429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E2B9C8D-608A-2416-0FC8-47EFE4EC74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82707" y="2648211"/>
            <a:ext cx="2746074" cy="169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564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C4CCF8AE-39D0-57E4-DD52-0B63A6C29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75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196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86E43D51-A0B4-31DD-ECF0-59D9FD95B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5641675" cy="348171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2B2000F2-4DE1-18E6-9B97-E45634F68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546" y="0"/>
            <a:ext cx="5808453" cy="358464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D953722-D7BE-23C3-DFB9-72B783B22E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25344"/>
            <a:ext cx="5400136" cy="333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008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A767398E-8179-C235-CFDD-5478C613C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35992"/>
            <a:ext cx="5382883" cy="3322008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DB150FC-2A70-E978-D98C-0C80D9B25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82883" cy="332200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57AE98C2-0911-7E3C-1254-FB954A645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9116" y="0"/>
            <a:ext cx="5382884" cy="332200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C7A86D3-6745-8F10-9B54-27022B38DF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9116" y="3535992"/>
            <a:ext cx="5382884" cy="332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556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A21CBE2-6423-516A-F5EF-6B33AB8D7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6633713" cy="4093949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925C1C31-D85B-29E3-ED44-2B2CC8705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0414" y="3246736"/>
            <a:ext cx="5851585" cy="361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584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F34187BF-E771-EFD4-7FD3-C0B10AD68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83215" cy="363078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6C7C342-E034-80F2-B946-BC9ADB8C9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784" y="0"/>
            <a:ext cx="5883216" cy="363078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DA6DF321-F3FC-5C42-199D-7A59027FF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99876"/>
            <a:ext cx="5279366" cy="325812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BC91FF6-FE98-33B9-9E81-C37BACB3D7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2518" y="3519576"/>
            <a:ext cx="5409482" cy="33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039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38D9486-4087-747D-E447-DF5DBEF2D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70956"/>
            <a:ext cx="5650302" cy="348704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B1B02D0-E157-4CEC-57FC-23601B721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74257" cy="331668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62BD484-0ED2-F948-C8C4-BB2BF5A08C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1696" y="0"/>
            <a:ext cx="5650303" cy="348704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7E9E4648-6974-D827-33AF-120A63F391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6844" y="3454360"/>
            <a:ext cx="5515155" cy="3403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710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F5B543E1-330A-6B52-BF59-5F0203DC6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23162" cy="390229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C763F60E-81A5-07EE-D6D6-85D51CCD0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174" y="3278678"/>
            <a:ext cx="5799826" cy="357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673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BB752FF8-E783-B421-D018-FAFAAC325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3018" cy="3519577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2B9D8C0-689D-A168-A876-5A6B8AE90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982" y="0"/>
            <a:ext cx="5703018" cy="351957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AE301D5-0804-20F9-FAB0-17FDF648D2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73258"/>
            <a:ext cx="5322498" cy="328474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81C3EE6-40AF-550D-AB93-CE09764E18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4482" y="3502274"/>
            <a:ext cx="5437517" cy="335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30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FDE641E-51A4-8F8A-2D85-7EE225058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71336"/>
            <a:ext cx="5325613" cy="328666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DA7C0E18-BCC8-0D3C-6858-8B83DD12F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598543" cy="345510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7C7CCA2D-BBDF-22DB-F4AA-68E41B7166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3456" y="0"/>
            <a:ext cx="5598544" cy="345510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D99B3FE-1B45-CE25-3900-A44FB55BDF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9592" y="3443714"/>
            <a:ext cx="5532408" cy="34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7541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D7FF9FC9-F861-7ACC-D319-0018C4E90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4403" cy="3761117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3B545ED-4DA9-B9E8-5922-2D3A18928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731" y="3029448"/>
            <a:ext cx="6203671" cy="3828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563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2D1B10EF-3070-5C85-AFBB-B3A2D5941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625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2D0A10CC-E5B5-274E-4207-6CB04F131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5748" y="0"/>
            <a:ext cx="5556251" cy="342900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51707B1B-0056-8F61-9704-56B867DDA4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72107"/>
            <a:ext cx="5486400" cy="338589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59E2F2C5-8777-E961-E893-4F77237238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5746" y="3428998"/>
            <a:ext cx="5556253" cy="34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7118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883939EE-A4E2-A6F3-276E-589A8F13F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555625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6BACD62B-2077-4784-1516-D348A75D9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338589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1F03191-FD2B-D90D-CC59-327FECF644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750" y="0"/>
            <a:ext cx="555625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E03613C-2B7B-BCFC-5F0F-62BFE39714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5750" y="3429000"/>
            <a:ext cx="555625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3412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65D3BB15-CAC7-A7AA-24D9-1FF7C09D8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6419093" cy="3961498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5034677C-F3A5-C830-F7F3-60D05E08E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93" y="3295291"/>
            <a:ext cx="5772906" cy="3562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9623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2A801B66-73D4-168E-4A0E-C2D17CFE6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00864" cy="3579962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80FFDB8D-E829-3208-64AE-29CED07D6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376210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DC6C2597-BD8C-46D4-E55B-ECA176113A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73258"/>
            <a:ext cx="5322498" cy="328474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B3CBA10-8B4A-1243-1635-F3DE039AC6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5638" y="3614074"/>
            <a:ext cx="5256362" cy="324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6088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37370762-502C-7960-D8CF-74CA8948B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6928"/>
            <a:ext cx="5624423" cy="3471072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B7DE3CF-D47F-9A33-34A4-64426787E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77774" cy="338056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374B3513-AC24-A5AE-B803-DCA16E8D80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4226" y="0"/>
            <a:ext cx="5477774" cy="338056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5C3D062-F79F-E00A-EE39-CFAD83C6E5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3712" y="3427742"/>
            <a:ext cx="5558287" cy="3430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5939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D4298DA5-27DA-F44E-8135-BCFF34D16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7500" cy="41148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B6C29E05-A764-C911-250F-39A523EB8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0414" y="3246736"/>
            <a:ext cx="5851585" cy="361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1962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3F3A982B-E9FD-CE71-F014-9F7495864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936" y="0"/>
            <a:ext cx="5675064" cy="350232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3911DE2E-02E6-891C-418F-21058F368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626"/>
            <a:ext cx="5689040" cy="351095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CCF5650-BE68-ECD1-761A-458B198C31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93402"/>
            <a:ext cx="5451894" cy="336459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DEDA776-8398-FEF2-5BDC-D42A75F1F9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6936" y="3355673"/>
            <a:ext cx="5675064" cy="350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8227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2AD20FB4-E78A-24B2-2224-279707408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13546"/>
            <a:ext cx="5581291" cy="344445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E236C1DF-2C6A-5AB7-7913-FA5FC7609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43268" cy="335927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0F9D49F-F30E-57D3-51A5-9D1F011BD1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730" y="0"/>
            <a:ext cx="5443269" cy="335927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ED2C92E-F4FD-0C49-686A-BCF3AD3F3A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0708" y="3413546"/>
            <a:ext cx="5581291" cy="344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6928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B51CED6B-71A7-980C-4379-BBF329DAA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7500" cy="41148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2C04912-4FB8-2126-75E8-562584CCD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064" y="3337238"/>
            <a:ext cx="5704936" cy="352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1855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04C5FA62-802E-549C-8436-85CF4D886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81291" cy="344445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5085E7E-725B-94AB-980B-0B552AE86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708" y="0"/>
            <a:ext cx="5581291" cy="344445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F20F468-200E-D33A-0BA2-EB58B2A0D5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13546"/>
            <a:ext cx="5581291" cy="344445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AB68906-CE94-E8FE-9524-C17CA2FF31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1023" y="3321170"/>
            <a:ext cx="5730975" cy="353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7003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31EB0815-7456-90D4-007C-34DAA3984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67934"/>
            <a:ext cx="5331125" cy="329006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6338F150-8B6A-A1B7-B94C-599FFB251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19313" cy="352963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F6AB103A-406E-B6C8-40DA-76E2565374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2686" y="1"/>
            <a:ext cx="5719314" cy="352963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503551BB-3419-B60F-F22F-F491DDAB8B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4482" y="3502274"/>
            <a:ext cx="5437517" cy="335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7478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1427DCB-7C36-3348-F900-6133C0A43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7500" cy="41148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5B050B2-2265-CD86-4A33-8AB9CB690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920" y="3268030"/>
            <a:ext cx="5817079" cy="3589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3049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5C471EFF-E055-FE78-E1D6-E3E573D23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71072" cy="356157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FC8DB97-C7EA-8A11-92C1-0EB06F7F8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928" y="0"/>
            <a:ext cx="5771072" cy="356157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079339E-BDDB-E30B-1FBE-03E14BF956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46640"/>
            <a:ext cx="5365630" cy="331136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0219014-D821-805C-A41F-E6CD03B162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6368" y="3546638"/>
            <a:ext cx="5365631" cy="3311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8804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AF013D9F-4520-B64E-ED40-F1D28A7EC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546640"/>
            <a:ext cx="5365630" cy="331136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AF442AA-17C2-B90A-6FE5-8C461ACE8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83"/>
            <a:ext cx="5658928" cy="349236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8712C72-B262-5B18-F28C-9E928840EA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069" y="0"/>
            <a:ext cx="5658929" cy="349236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53F87C5-F11D-B887-82CE-59DE9007C2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4098" y="3463827"/>
            <a:ext cx="5497900" cy="339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2307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8363DFC1-8E95-CAEF-A6AC-F53B68EF6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7500" cy="41148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7E1EC71C-CF98-CDCA-33DD-387E492AB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810" y="3326592"/>
            <a:ext cx="5722189" cy="353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4559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F5005E6-EE82-0E31-0738-52ECEE923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27940" cy="3534957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F9C52603-2BFD-FA14-5878-F18A508FB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060" y="0"/>
            <a:ext cx="5727940" cy="353495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8D24AC5-2E6A-2095-3EAD-20F904B813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34956"/>
            <a:ext cx="5384560" cy="3323043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05A058D-8589-5B38-10EF-AA0C977E58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7230" y="3491628"/>
            <a:ext cx="5454770" cy="336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2983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04AFFFF3-52A2-62AF-D2E6-DF48200DC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02899"/>
            <a:ext cx="5598543" cy="3455101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5B5ACCA-9F8F-D70D-FE07-73B0552C4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77774" cy="3380569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52CED5A1-AEFA-F854-BBBE-42DC538C96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2942" y="0"/>
            <a:ext cx="5679057" cy="350478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374B766F-58DC-6B0E-88A9-9D25A23D56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1736" y="3512922"/>
            <a:ext cx="5420264" cy="334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9379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A3CBEF3E-36A5-507F-F12A-43069AADE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095896"/>
            <a:ext cx="6096000" cy="376210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55228A2-2536-BDD8-0976-665D36E89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346006" cy="391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8058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C3D79052-D82F-691C-A8CD-00B266B2A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40644" cy="366622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ED91C910-22B2-808A-FAA2-D83E90FAB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356" y="0"/>
            <a:ext cx="5940644" cy="366622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AACE145-EDE1-E7F8-A866-4872B59097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15848"/>
            <a:ext cx="5253487" cy="324215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5549B0FB-3F2D-F7DF-9873-507457D77A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8512" y="3615846"/>
            <a:ext cx="5253488" cy="324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2106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F8D3EEEB-90C0-5AA6-F054-EAB004980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25344"/>
            <a:ext cx="5400136" cy="333265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955875F-145B-AF4B-22E0-8D1EAC694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693434" cy="351366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11A8B18-C91B-DEB3-A775-94E8D2BD3A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5222" y="0"/>
            <a:ext cx="5856777" cy="3614468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5349A2E-DAA4-C759-E978-AD90BABE0C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6276" y="3614468"/>
            <a:ext cx="5255723" cy="3243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8834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62B92259-645D-43D0-885A-313152278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7500" cy="41148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89DE1261-F497-0EDC-AF3C-368AD7386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788" y="3241412"/>
            <a:ext cx="5860211" cy="3616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7630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67AE7E68-D3E3-BD5E-2904-852A6DF08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2060" cy="327585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386F92CC-B5C9-C02F-96FC-02DA6F434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357423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25484A53-9084-87B8-210F-616D52E464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25365"/>
            <a:ext cx="5495026" cy="323263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785250DD-1BF9-3CBA-417F-B156D9D7AD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7396" y="3646016"/>
            <a:ext cx="5204604" cy="321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8316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779E7F64-EF82-5E15-898C-41072B564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518"/>
            <a:ext cx="5555411" cy="3428482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5FA8CF40-2F78-2A5B-E57D-CCE3A5443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43268" cy="335927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B595021-7A86-C2DF-FF36-CEA1F2DE2B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732" y="0"/>
            <a:ext cx="5443268" cy="335927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681DAE7-82E9-90A7-C51D-96F37E59CD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730" y="3498724"/>
            <a:ext cx="5443269" cy="335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678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8FD6C3E2-AFB7-9AFB-6ABE-A1F5839B1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93303" cy="4192438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14C58372-C355-A347-67DD-3D863DFFD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690" y="3342564"/>
            <a:ext cx="5696309" cy="3515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0022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C57CA97B-D319-EBE3-6486-F7BDAA01E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91842" cy="3636108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D98E61AE-EDEA-DB49-F80D-E445971EE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156" y="0"/>
            <a:ext cx="5891843" cy="3636109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54B351DD-469F-786C-6A01-EEA6646E07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46640"/>
            <a:ext cx="5365630" cy="331136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124FB393-F8D2-FBA0-1949-5F3AC423A6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6022" y="3651340"/>
            <a:ext cx="5195977" cy="320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5155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30B7CDA3-DDE3-EEF6-D7AC-2FF6A6709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89228"/>
            <a:ext cx="5296619" cy="3268771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5DD484E1-D35C-E4FB-1062-1ACEEB191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815879" cy="358922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DD9EE96E-FCF0-F71C-8EB6-37334A1849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6120" y="0"/>
            <a:ext cx="5815880" cy="358922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9CD44A7-0B63-2A0B-7CA1-B0AF85C833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8770" y="3640691"/>
            <a:ext cx="5213230" cy="321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7377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D80B51D-8406-F2C1-3F5C-265EB8695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7500" cy="41148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33DDE05D-A08C-20D9-2167-A3563E9BC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810" y="3326592"/>
            <a:ext cx="5722189" cy="353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5180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8C8AA46D-7D1F-2BCF-E405-F050FE736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625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F65EB5B3-7439-44A4-1BED-E947876AC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5748" y="0"/>
            <a:ext cx="5556251" cy="342900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31CC1587-6A6A-42E3-7740-6394F81DB0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05200"/>
            <a:ext cx="5270740" cy="32528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50CE8F66-A676-3B32-0239-6F1982463F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498" y="3428998"/>
            <a:ext cx="5556252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6745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A93A3066-6A84-C892-9A74-3B97ED347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93402"/>
            <a:ext cx="5451894" cy="336459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C93F81FB-C27A-9493-6B8B-9D3B28245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51894" cy="336459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DE9AF633-6C1B-00A9-C933-7C478B951A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0104" y="0"/>
            <a:ext cx="5451895" cy="3364598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4A8CD91B-0D89-9C4D-EEFF-28F2B56088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5751" y="3428999"/>
            <a:ext cx="5556248" cy="342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4930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DA1350FD-70ED-D9CC-2821-E95798242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2"/>
            <a:ext cx="6611590" cy="408029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92EEFC99-2F6B-FE0F-4D51-A54AC0F58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794" y="3269804"/>
            <a:ext cx="5814205" cy="358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6619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8563606F-22AC-AE1B-1BD9-DD6947714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030" y="0"/>
            <a:ext cx="5911970" cy="364853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4AF678D-99F8-2E70-C209-89ED6C22A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11970" cy="364853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30896D64-E5BD-8A3C-447F-4892D46269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05200"/>
            <a:ext cx="5270740" cy="32528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5107135C-6E9D-5E04-C255-60AFA5CC73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1258" y="3605200"/>
            <a:ext cx="5270741" cy="32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8678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BD31EC63-73FF-D2FB-1CD7-9D78252E4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65632"/>
            <a:ext cx="5658928" cy="349236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DBB38FE-A949-00C0-23E7-937D9D80B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210355" cy="321553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26FCBC8-6254-DE36-4FFD-F753DAC636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072" y="0"/>
            <a:ext cx="5658928" cy="349236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3C1E7E3-14DE-AB06-02FD-93E5CD9B78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5856" y="3496951"/>
            <a:ext cx="5446143" cy="3361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1965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B58232A-4211-6CE0-A6C6-D97A1CBA0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7500" cy="41148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E241249-2637-E111-146F-9EBF58070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046" y="3312542"/>
            <a:ext cx="5744953" cy="3545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2255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BFAFF416-4F93-5CF6-8B23-749BE4B91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8052" y="0"/>
            <a:ext cx="5773947" cy="356335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2061B3AD-79BB-F14D-497E-26EC49FD3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73947" cy="356335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9B447D54-A070-E244-E10B-1CD075762B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30668"/>
            <a:ext cx="5391509" cy="332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0754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C7E851EB-38CD-0DC6-FC4F-20AFCB46F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23042"/>
            <a:ext cx="5727940" cy="3534957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FA74167E-6ACB-180A-2DDD-4EB86B04E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253487" cy="3242152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58BDF628-FDA6-A5FD-D959-1657789A9A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058" y="0"/>
            <a:ext cx="5727941" cy="353495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39F7011C-5497-CEB5-1F12-CD903AA15E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0362" y="3518246"/>
            <a:ext cx="5411638" cy="333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099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C3BF42EA-7D77-5C72-5135-D641FD27F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7500" cy="41148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933A097-3A71-304D-AA7A-BBD0DC165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2942" y="3353210"/>
            <a:ext cx="5679057" cy="3504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4546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E50B5ED-9832-5FB5-C1C7-128708023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17721" cy="365207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CCAC996A-8CC3-F157-85A1-ED7F4B3BF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278" y="0"/>
            <a:ext cx="5917722" cy="365208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FF13D86D-2C89-FE57-9A17-48968ED270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82754"/>
            <a:ext cx="5469147" cy="3375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52258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3EE9D279-7F87-C80D-9955-EB0E7F6C0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34840"/>
            <a:ext cx="5546785" cy="342315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F7C5B29F-E152-8393-99EA-31CEB8C93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51894" cy="336459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302F271F-D381-1A3A-5957-1D02AECB30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136" y="1"/>
            <a:ext cx="5800864" cy="357996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2102635-FCF4-B224-800A-027ABA676A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8988" y="3523570"/>
            <a:ext cx="5403011" cy="333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87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55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55</vt:i4>
      </vt:variant>
    </vt:vector>
  </HeadingPairs>
  <TitlesOfParts>
    <vt:vector size="59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lw-r</dc:creator>
  <cp:lastModifiedBy>lw-r</cp:lastModifiedBy>
  <cp:revision>10</cp:revision>
  <dcterms:created xsi:type="dcterms:W3CDTF">2024-11-26T17:05:54Z</dcterms:created>
  <dcterms:modified xsi:type="dcterms:W3CDTF">2024-12-05T11:52:11Z</dcterms:modified>
</cp:coreProperties>
</file>