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2" r:id="rId7"/>
    <p:sldId id="260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2" r:id="rId17"/>
    <p:sldId id="271" r:id="rId18"/>
    <p:sldId id="273" r:id="rId19"/>
    <p:sldId id="274" r:id="rId20"/>
    <p:sldId id="275" r:id="rId21"/>
    <p:sldId id="277" r:id="rId22"/>
    <p:sldId id="276" r:id="rId23"/>
    <p:sldId id="278" r:id="rId24"/>
    <p:sldId id="280" r:id="rId25"/>
    <p:sldId id="279" r:id="rId26"/>
    <p:sldId id="281" r:id="rId27"/>
    <p:sldId id="283" r:id="rId28"/>
    <p:sldId id="282" r:id="rId29"/>
    <p:sldId id="284" r:id="rId30"/>
    <p:sldId id="285" r:id="rId31"/>
    <p:sldId id="286" r:id="rId32"/>
    <p:sldId id="288" r:id="rId33"/>
    <p:sldId id="287" r:id="rId34"/>
    <p:sldId id="289" r:id="rId35"/>
    <p:sldId id="290" r:id="rId36"/>
    <p:sldId id="291" r:id="rId37"/>
    <p:sldId id="293" r:id="rId38"/>
    <p:sldId id="292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C777CC-873F-3AD9-683E-EAE184BB2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530EE52-829E-D87D-F499-09F024327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125A34-1F72-9289-51E0-B1F8E3A47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CF1D-7B1E-4169-8D6A-0DB88A7A2290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6DC5A4-35D3-E74B-6A33-BD6CA3444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8C89B3B-4A4F-E4AE-8AC8-492E23AEA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09CA-0BCB-4AC6-B316-DDEEDE9E58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3066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BFB4D6-DBC6-6FFB-040C-A3AE836DA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0435A4-5B5C-F8E6-8D29-677F6935D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F1614F-DC07-0154-1929-B951FED6F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CF1D-7B1E-4169-8D6A-0DB88A7A2290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A0C9D5-F623-9EB4-FDD9-9355E8BF6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53583D-4ECD-8E93-B7E6-9809DA255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09CA-0BCB-4AC6-B316-DDEEDE9E58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9572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6D29E8-C97A-FB1E-E562-1195C1DFE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3489EF3-7751-89A1-CE1D-952A30B2A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07F524-FFDB-F4BF-6D20-6DF64679F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CF1D-7B1E-4169-8D6A-0DB88A7A2290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BEB891-0583-0077-EE5A-8E42BE841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4FCE50-DA79-4A77-6915-A7F68B84D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09CA-0BCB-4AC6-B316-DDEEDE9E58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8830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8E7649-15DE-C67E-3ECC-D3DA10DB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7315E2-7A26-D4F0-47F2-7EAF34CE1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2D53B59-BDE3-32A5-57C0-26D15623D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031C301-FD04-CB1A-5649-8F31422AA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CF1D-7B1E-4169-8D6A-0DB88A7A2290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0E51D4-B624-2F6D-3132-3382312A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0109AB9-6105-6DAB-BAB1-2679E7D9F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09CA-0BCB-4AC6-B316-DDEEDE9E58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1877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BEB3D6-222A-5ABF-049F-136B3358D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5F64CB-8075-8A5B-1CDA-8906523D2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BB1E540-7C65-C9E0-CA9B-3AC6C7EE6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5315775-7FD6-010D-3E08-08785DCE64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B826D3B-CFA6-D52B-C14D-4316854906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67901DA-D112-2972-EF8B-387E4BB73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CF1D-7B1E-4169-8D6A-0DB88A7A2290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DA0BFC2-1C33-0457-B618-6674DC881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66A7D1C-F4AB-1C44-1E9D-13A30E888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09CA-0BCB-4AC6-B316-DDEEDE9E58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3427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921012-679A-58E3-D399-A2A947697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D637754-2833-0252-ECA2-A526F6992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CF1D-7B1E-4169-8D6A-0DB88A7A2290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BFCC7A0-0EE8-9C7A-02BF-A2D1FB673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03F0D6A-6F34-DE38-BF5B-98D2E718C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09CA-0BCB-4AC6-B316-DDEEDE9E58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4670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34F9D88-2F80-1E55-6131-5BE2102C0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CF1D-7B1E-4169-8D6A-0DB88A7A2290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69B5ED6-6BFD-8EEF-371E-BC0992FBC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207415-4803-3C77-0221-DC0F179AD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09CA-0BCB-4AC6-B316-DDEEDE9E58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6425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B0B32E-BF50-E406-386D-26579D46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5C316C-77F9-04DF-2B22-6735DD651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EDECDD6-CEB0-E488-819C-32B11453EF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A94D408-EDE4-DF64-2476-93D7A0CC5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CF1D-7B1E-4169-8D6A-0DB88A7A2290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5FF817-74D6-F939-6F7E-E87069358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A175E7-92C2-8EE8-3506-6EA7247D4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09CA-0BCB-4AC6-B316-DDEEDE9E58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5589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D6C81D-A218-614D-A58D-96E0D5CE4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8B2FEB6-4765-9589-1C8B-2711D42D3F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A132FD4-C770-5D1B-6D7A-CDDED2B3DA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9BC5F7F-7820-EB22-4550-0C0A45F6B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CF1D-7B1E-4169-8D6A-0DB88A7A2290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7D95ED5-05A5-918D-4EDD-B9697D136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E234A4-D638-0BC3-2526-4DEE6C93C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09CA-0BCB-4AC6-B316-DDEEDE9E58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7325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5D8C24-3577-FEE7-A0B7-04E943D29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619F59A-6043-0437-4B21-D567A6CB23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62D0EB-BD2D-C296-9DED-14666E8B6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CF1D-7B1E-4169-8D6A-0DB88A7A2290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E7F6A2-0B62-EC68-9018-318E26580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DA810A-07C1-19FA-02D9-D5BE6B1FA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09CA-0BCB-4AC6-B316-DDEEDE9E58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1797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F9B5571-DCCE-44A4-77F6-674403D705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019E773-9D78-0768-FFB2-98FAE391F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6CD840-7350-C595-81BD-14A4BE54C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DCF1D-7B1E-4169-8D6A-0DB88A7A2290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1D251B-8CA0-EF34-7939-AF4B9F64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6FD490-53AF-3D10-5116-B8C639457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709CA-0BCB-4AC6-B316-DDEEDE9E58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696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9F86E1E-65B8-AD7C-4B15-7B00DC482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A520C5-D0DF-E0FF-5BE6-986583CEC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D22B72-4AF8-922E-2A83-1DB79F29BE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DCF1D-7B1E-4169-8D6A-0DB88A7A2290}" type="datetimeFigureOut">
              <a:rPr lang="de-DE" smtClean="0"/>
              <a:t>02.08.2024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8EF799-1DFE-72CB-15ED-20E223169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EB414B-632E-85AA-E2A7-4501E90496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4709CA-0BCB-4AC6-B316-DDEEDE9E584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2911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5F5FB7C6-4A4A-C163-9895-D4B4DEF8B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F33B1BE-8B5C-9F3E-4BC2-7365B6C7A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4D9F6FA-89E6-8810-4873-DB25C0C11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4E6B95C-2179-C31D-B18C-45E80F3671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4FE5241-AFE1-4F3C-F274-2150B3DF88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428997"/>
            <a:ext cx="5548908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569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8ADCD5E6-3994-42EE-FD4D-40685F62B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61FE683-6168-F607-8714-1D717BC77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7C69103-5177-F182-948C-B2E47006F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2BB2B6C3-0E35-3BF6-A737-5FF8A9FFD7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F46325EA-C0A4-9172-8087-AA029EE28CA1}"/>
              </a:ext>
            </a:extLst>
          </p:cNvPr>
          <p:cNvSpPr txBox="1"/>
          <p:nvPr/>
        </p:nvSpPr>
        <p:spPr>
          <a:xfrm>
            <a:off x="1837427" y="3761118"/>
            <a:ext cx="3164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500,1000,1500,2000,3000,4000</a:t>
            </a:r>
          </a:p>
        </p:txBody>
      </p:sp>
    </p:spTree>
    <p:extLst>
      <p:ext uri="{BB962C8B-B14F-4D97-AF65-F5344CB8AC3E}">
        <p14:creationId xmlns:p14="http://schemas.microsoft.com/office/powerpoint/2010/main" val="3599958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55EA58C5-9181-7F49-6DD0-8025392FF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943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A277A7E1-ADEF-8551-77D7-1C1256206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1F5F6CC-574D-CB1B-FDC5-89B8D85D9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0C60DB72-5BD4-42FA-72BC-B6C77131E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3CD71671-EE54-8A97-A18F-856B921FB0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8999"/>
            <a:ext cx="5548908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589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5749002C-B0D8-88EC-4150-67B618566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7F60EB5-4499-F9E1-35F1-7E0B9EE4C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77821D2-6412-77F3-72BF-CDD7BC183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698CD35-F082-9895-1DDA-3E5A961B4F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092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D4917ED3-C9BD-91F7-26BD-4060AE690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418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0FC02641-E725-B673-6AB7-88B88E754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002764F-F1FF-1418-DA4C-5886878C3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68F1B6F-CA8B-FDC5-89C5-807793F37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8EAD87D-03ED-311E-CDC6-960DD747E5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899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AEC7CB7-9F50-D214-6EF7-5401925B2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B4DAE77-EB30-C5E6-785D-C2CD2A809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F7458E6-25F3-4EA9-E515-32372F66FD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8998"/>
            <a:ext cx="5548912" cy="342900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0543306-62D9-1679-610D-1FF9E1F217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6" y="3428998"/>
            <a:ext cx="5548913" cy="34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266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A227276-72DD-C5B0-894E-1E62E9DDE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5892FAA-105D-B515-189D-A6103A734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99BA221-5278-BAE6-42C6-925097AD4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864FE2D-C495-9CFA-48F3-3E462832C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533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B8A1E1C7-92E6-DBEF-0AA3-5F0F2F13A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EA24C174-0D02-BDA0-9DFD-FE514C03B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8A6CAC8-21FC-5F16-E8F4-470BAABE9A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75200"/>
            <a:ext cx="5474148" cy="33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24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9BB3903-8184-DE85-2B26-801539040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F6C0CEE-3DC4-20EB-FE52-3FDF5B0EF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40C5D1D-637E-4303-EA14-B77F626959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9864" y="0"/>
            <a:ext cx="5615046" cy="346986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F135F0C-FB9D-1718-FBB9-3A9D57B57F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758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4DF673F-DEA4-9752-5A0E-813F3CE89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5FC6A13-A3A4-F9D3-8858-2EDBE5819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D2FD803-4441-B037-0931-B869CC995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30222AD-899A-5DAA-64B4-4A37783EC9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992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58D4EF0A-D1A1-F7D9-A868-72D38C5E0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-1"/>
            <a:ext cx="10176492" cy="628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915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A5B32B0-D383-8FAB-618F-7E4589F0E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503A159-CC28-55AB-C9A7-6BEB3C88C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0E502CF-C86D-2FB5-C762-606884679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5110906-1A94-A884-C81F-302A8C50F8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066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9992FB5-F7A7-C9DC-5707-1CB5F8716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E3C1780-8717-AF99-DD77-4674CF489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7D50215-A355-D50C-086F-468831101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561968B-E868-6B94-B5E7-995DCF0D02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549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DAB0419-40D7-442D-CAF4-8E48FDE8E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83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7C7B1816-F2C7-CA3E-D52E-A3EAF26F5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203CFD3B-4471-709C-78AC-C36DC89E0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E2882A1-64B3-DCE6-1CD5-899AC3C9A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7B72319-70E1-68F6-6A98-E799759E1D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856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B8E79BA9-A212-2BAE-03BD-7DBD63839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6C78933-1CD7-C381-D891-B3CC63AC3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88B22BD-F474-0753-229D-62F2ECA1BD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FDB02A9-ED05-9C62-3989-D1EAC45C58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219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75D9975-09AA-E03B-E0B3-07380211D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F6D2087-B4CF-0189-C6F6-DCAC885E3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B5A692B-2364-6052-93A8-C892CDF2C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CA2D95D-AB88-FAE1-38C2-875A84DE61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370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E1B9D9F2-A641-3E75-699E-CE503B48E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D21DEE9-39B3-55BE-8132-DD62430C1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3F29309-7FED-F040-0BEF-6F18EFC045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A18F081-CF95-8319-D4DE-4326EC7951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191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1B24AF18-0908-CABE-5A9B-0E565ECC1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1544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0F85A9EA-6A39-CAEE-E162-DECE672B7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B4A57126-A7DC-27CE-2CFA-45488D1D7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D3E4321-A367-B2FE-4FDF-BA1610C57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260" y="0"/>
            <a:ext cx="5485650" cy="338990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08626A4-BE8D-0F5F-5F35-F575A9D180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9258" y="3468090"/>
            <a:ext cx="5485651" cy="338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823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D94BAEC6-294C-B22E-A6A7-DEAEFD0AC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85999DE-8A70-271B-1F6D-895351EC3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5073C8F-1AD9-A8E9-57BC-417622D081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4A50F56-93D4-D547-7444-84F8D193AC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413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E008290E-D7D8-1C4E-5CEF-67A92DB76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439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34958DB-8443-B8F8-9CB0-AB82CB6F6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646934D-E4AE-E17A-65EA-33083A77A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7B97127-0E25-314C-B84F-0B15D88F1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5106507-99F5-B12E-2139-B2A9A23EE3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1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9779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7794303-9C3C-3F4D-579B-7F231688C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0FA95A7-CEC2-FAF4-0CF0-B4B94FF72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48F24FB-8548-6CC0-C71F-64F7204CF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8998"/>
            <a:ext cx="5548913" cy="342900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5995F15-F38A-933B-5AFA-4F8C988E35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6" y="3428998"/>
            <a:ext cx="5548913" cy="34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423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4F0C0FC-B7EB-819E-8CB8-7723A2CC3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465521" cy="337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6460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F86BF2B-4263-823B-997C-1F010CFF8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87A9189-C65E-A11A-D054-1C4A057ED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CADF6D0-673F-990F-3870-0DC57252A0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A121635-6746-4DD6-6678-FDFA96C601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03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BC3C8F6-16A6-569F-CBAC-BE6C07FF1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430253" cy="335567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AEEF865-11D1-35BD-3598-428B4A320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342" y="0"/>
            <a:ext cx="5667567" cy="350232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20BDCEC8-2B95-A238-07DD-33B851764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502324"/>
            <a:ext cx="5430255" cy="335567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5C3095A-343D-AB1B-4313-F6277B1CEC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5784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C014DB4-F53B-EA8B-7C1B-AD051BDC6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5298415-4FA5-491C-C234-DBE2D246C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E75C42A-882D-8B92-27B5-630622348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2C8325B-B048-61F3-E745-68185B6C2F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1568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294A20E-8A1C-4A38-5AF0-3F74AC7FD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64DF970-A31B-443D-6495-43FF8D5A9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F9BB122F-0282-9770-7D20-DAFD1C9D5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85862"/>
            <a:ext cx="5456895" cy="337213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84C3EBA-6C18-AC30-B57C-3B63DA6E9D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016" y="3485862"/>
            <a:ext cx="5456894" cy="337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326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B57768F-2A59-65E5-E3AE-FFDCBC439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8069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3A97884D-B9AB-4499-5101-9B548C314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D025015-0462-7EFE-CB68-73824E4F7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DA793C4-07C0-463D-8980-BF46A8C6FD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EB3C016-BFA2-4157-1A5E-53D306F8B9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6903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DED10D0-0B63-1492-07A6-C71E700AC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6075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E86D505-4C86-1925-EB32-873E10135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E0119F7-D40C-5BAA-9E8B-E7D79E73C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88" y="61912"/>
            <a:ext cx="5548910" cy="319209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44984E3-88B9-0266-7DA0-E7579E73A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71B43AD-58D1-2051-D1E2-47D1FB49EC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5013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4E00DACA-60C7-FFC3-4377-CA73119A5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E1976F1-DF5B-B4CA-86A3-0F1B4060A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93808A1-3583-7611-BB7F-8543366EFA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654D62C-566E-55BA-D6CE-6D19DBB5B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4428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25E8F52D-4C9F-F797-A53A-ECB30BD72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2640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795D7680-9B86-77BA-2B34-E8F3B66B4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67BFD1C-31ED-F516-753A-05158A9D2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77" y="-49754"/>
            <a:ext cx="5629423" cy="347875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4C47F61-B37F-AD1F-60AE-3C8282F682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33B7424-58CD-8816-0DC5-18587D68D6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9895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E9272AED-8916-2761-4803-480857CD9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1B7C274-0BDC-8C3C-8FEF-284984D51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6F35D96-02A4-3A89-7BA5-CA9A750F61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75200"/>
            <a:ext cx="5474148" cy="33828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4E3EA05-D75C-C90F-B857-CA6D467CB8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1238" y="3382800"/>
            <a:ext cx="5623672" cy="34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693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6825CC0E-1995-45DE-C0A6-CC2B170BB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4204E97-2AB1-C1CB-5816-5C0068C3C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3C7D0618-663D-51BF-C2FB-98252481C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D1A18B4-AF28-D094-58C6-D05C37FA5D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2216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0F574CA-0DB4-02D2-829B-C29523C49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BDA7D48-B5D6-4463-2682-CF34707E9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0"/>
            <a:ext cx="5548911" cy="342900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CFBD2E1-71E9-2442-0B30-42D3FB64A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8998"/>
            <a:ext cx="5548912" cy="342900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CA0B38A-FE13-D4FD-EDA1-69EEAE6C9B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8" y="3428998"/>
            <a:ext cx="554891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7467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FC9A19B-41CE-6860-96BB-7A26563E0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090868B-88AC-9567-5422-0EBA29DB5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E233930-6921-5B71-1CE2-C562A4616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54AA9D2-A9E7-4DB2-02BD-2A0A1C9B18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7319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BC46265-193A-8AB2-9034-786D9F765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0"/>
            <a:ext cx="5548910" cy="3429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CA6A02B-AC2F-5050-0D95-BA9CA12C6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DC0315F-18ED-A598-C23F-EEB96DB04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1FF901D-E91C-DF04-212B-83466D2D74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8483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0688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A7B5A41B-1805-E93A-9A29-4644DC3FA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90" y="3429000"/>
            <a:ext cx="5548910" cy="34290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75BDACA-1511-9BA6-891D-DACC5E89E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37" y="71437"/>
            <a:ext cx="5834063" cy="335756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CC846FBB-1CEE-EA5B-3576-7DF2058AC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0"/>
            <a:ext cx="5548910" cy="3429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FB99C11-328D-82EF-427E-C82BAD8A95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54891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149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Breitbild</PresentationFormat>
  <Paragraphs>1</Paragraphs>
  <Slides>44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44</vt:i4>
      </vt:variant>
    </vt:vector>
  </HeadingPairs>
  <TitlesOfParts>
    <vt:vector size="48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8</cp:revision>
  <dcterms:created xsi:type="dcterms:W3CDTF">2024-07-21T15:59:54Z</dcterms:created>
  <dcterms:modified xsi:type="dcterms:W3CDTF">2024-08-02T17:37:14Z</dcterms:modified>
</cp:coreProperties>
</file>