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6" r:id="rId4"/>
    <p:sldId id="260" r:id="rId5"/>
    <p:sldId id="257" r:id="rId6"/>
    <p:sldId id="258" r:id="rId7"/>
    <p:sldId id="263" r:id="rId8"/>
    <p:sldId id="259" r:id="rId9"/>
    <p:sldId id="264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6" r:id="rId20"/>
    <p:sldId id="275" r:id="rId21"/>
    <p:sldId id="277" r:id="rId22"/>
    <p:sldId id="279" r:id="rId23"/>
    <p:sldId id="278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C777CC-873F-3AD9-683E-EAE184BB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30EE52-829E-D87D-F499-09F024327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125A34-1F72-9289-51E0-B1F8E3A4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6DC5A4-35D3-E74B-6A33-BD6CA344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C89B3B-4A4F-E4AE-8AC8-492E23A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06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FB4D6-DBC6-6FFB-040C-A3AE836D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0435A4-5B5C-F8E6-8D29-677F6935D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F1614F-DC07-0154-1929-B951FED6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0C9D5-F623-9EB4-FDD9-9355E8BF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53583D-4ECD-8E93-B7E6-9809DA25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57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D29E8-C97A-FB1E-E562-1195C1DF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489EF3-7751-89A1-CE1D-952A30B2A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7F524-FFDB-F4BF-6D20-6DF64679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BEB891-0583-0077-EE5A-8E42BE84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4FCE50-DA79-4A77-6915-A7F68B84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883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E7649-15DE-C67E-3ECC-D3DA10DB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315E2-7A26-D4F0-47F2-7EAF34CE1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D53B59-BDE3-32A5-57C0-26D15623D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31C301-FD04-CB1A-5649-8F31422A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E51D4-B624-2F6D-3132-3382312A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109AB9-6105-6DAB-BAB1-2679E7D9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877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EB3D6-222A-5ABF-049F-136B3358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5F64CB-8075-8A5B-1CDA-8906523D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B1E540-7C65-C9E0-CA9B-3AC6C7EE6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315775-7FD6-010D-3E08-08785DCE6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B826D3B-CFA6-D52B-C14D-431685490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67901DA-D112-2972-EF8B-387E4BB7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A0BFC2-1C33-0457-B618-6674DC88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6A7D1C-F4AB-1C44-1E9D-13A30E88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42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21012-679A-58E3-D399-A2A94769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637754-2833-0252-ECA2-A526F699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FCC7A0-0EE8-9C7A-02BF-A2D1FB67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3F0D6A-6F34-DE38-BF5B-98D2E718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67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4F9D88-2F80-1E55-6131-5BE2102C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9B5ED6-6BFD-8EEF-371E-BC0992FB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207415-4803-3C77-0221-DC0F179A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42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0B32E-BF50-E406-386D-26579D46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C316C-77F9-04DF-2B22-6735DD65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DECDD6-CEB0-E488-819C-32B11453E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94D408-EDE4-DF64-2476-93D7A0CC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5FF817-74D6-F939-6F7E-E8706935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A175E7-92C2-8EE8-3506-6EA7247D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58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6C81D-A218-614D-A58D-96E0D5CE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B2FEB6-4765-9589-1C8B-2711D42D3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132FD4-C770-5D1B-6D7A-CDDED2B3D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BC5F7F-7820-EB22-4550-0C0A45F6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D95ED5-05A5-918D-4EDD-B9697D13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234A4-D638-0BC3-2526-4DEE6C93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32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5D8C24-3577-FEE7-A0B7-04E943D2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19F59A-6043-0437-4B21-D567A6CB2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62D0EB-BD2D-C296-9DED-14666E8B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E7F6A2-0B62-EC68-9018-318E2658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DA810A-07C1-19FA-02D9-D5BE6B1F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79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9B5571-DCCE-44A4-77F6-674403D70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19E773-9D78-0768-FFB2-98FAE391F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6CD840-7350-C595-81BD-14A4BE54C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1D251B-8CA0-EF34-7939-AF4B9F64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6FD490-53AF-3D10-5116-B8C63945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9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9F86E1E-65B8-AD7C-4B15-7B00DC48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A520C5-D0DF-E0FF-5BE6-986583CEC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D22B72-4AF8-922E-2A83-1DB79F29B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8EF799-1DFE-72CB-15ED-20E223169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EB414B-632E-85AA-E2A7-4501E9049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91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59F8375-385B-308A-BF81-C0684AF2D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E90C7F9-FB6B-1853-5DF2-210D94FC1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FBC09C5-1F6F-1412-5C06-6805047E8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2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8A01589-F12C-4DB0-8F4E-A26673D26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3A834EB-5A28-908F-BC00-E2655CB5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88" y="0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F61199E-6ABA-B8D0-D475-CCC3F8ED5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B749A41-3849-AD98-10D1-34EDC96B1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3B16F29-44A7-DF99-7D2A-F5EE5EBE9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2" cy="342900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49AA510-025E-FF09-C5C5-2E6B388AA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5548913" cy="342900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C895ABD-2A48-CEFD-7259-75FBC4C874DC}"/>
              </a:ext>
            </a:extLst>
          </p:cNvPr>
          <p:cNvSpPr txBox="1"/>
          <p:nvPr/>
        </p:nvSpPr>
        <p:spPr>
          <a:xfrm>
            <a:off x="2449901" y="3925018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300,600,800,1200,1800,2400</a:t>
            </a:r>
          </a:p>
        </p:txBody>
      </p:sp>
    </p:spTree>
    <p:extLst>
      <p:ext uri="{BB962C8B-B14F-4D97-AF65-F5344CB8AC3E}">
        <p14:creationId xmlns:p14="http://schemas.microsoft.com/office/powerpoint/2010/main" val="42308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4E5D3C3-2428-A0EE-AB43-ACB9FFB06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78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7A3FE138-8EE2-B77D-A209-C2A625A8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DD67178-C89A-C8AE-0602-DAB2AAA20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456895" cy="337213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837D07A-0814-9BB4-4EB8-767F6B5F9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984" y="0"/>
            <a:ext cx="5640925" cy="348586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316AC0F-6B15-76B9-32F6-7E3FDF21E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2" y="3457432"/>
            <a:ext cx="554890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7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EAA9525-ABCF-1F47-D3FD-BADE2A04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57B3E99-CC71-067D-48AA-83788E949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575"/>
            <a:ext cx="5843587" cy="34004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4A9F8DD-C01B-8F68-8BF3-50DC6E107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758836D-43D4-0A5B-93D0-9262BC200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1BB4B1E-F646-A9DC-F7D4-79684411B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9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7E844B8-EF78-1725-5482-93EF42D9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8623A54-0E3F-979D-811D-7504EB8A8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B7AA71E-D2B7-D0CB-F8B4-209F21EA8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8B01E87-61F3-76F7-857C-54DAD34CA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6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18B25E4-F677-F7D1-12FD-AD0FF5136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360D4BD-0904-EA0B-9EED-A86EA14B4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7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B695B4A-4BF9-198C-17E4-AFC3B282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6142812-A809-0A32-3CEE-F88A1EFD6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76114C9-8EA3-1EC9-FD61-FEE1A31CD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C94A2DD-7292-DDCF-6269-C2619E285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61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C4E14F4-74A6-54F8-019A-703D1AA1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4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F8987BC-CDA1-AC8C-D30C-A3040D4E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BB7249-D382-255D-B8AB-CD8A396DC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51C7B8E-63C0-AB53-34F9-88E738C19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AB753D9-7938-73A2-6983-45B5654B3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6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4105867-00FE-7356-83C3-80585BB1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9E8B04D-D2A7-90CF-C66C-914ED7E2A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847725C-DD46-7D22-6149-7996883B7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sp>
        <p:nvSpPr>
          <p:cNvPr id="6" name="AutoShape 4">
            <a:extLst>
              <a:ext uri="{FF2B5EF4-FFF2-40B4-BE49-F238E27FC236}">
                <a16:creationId xmlns:a16="http://schemas.microsoft.com/office/drawing/2014/main" id="{7670621D-78FE-24BC-47BD-8BAFDE6E8E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0F32DFC6-0559-B54E-6A52-66A595517D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FCF9DE-9B73-A740-040D-CB49EB65C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40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EB917E9-87AA-82EC-31AE-20395E7B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6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95831A-794A-E846-4D71-492EF92D8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E0642D4-F0BB-7ED4-E436-E1F46C4B9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430253" cy="335567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4A3F66A-3ADA-5ADB-B659-C2EBE9B5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342" y="0"/>
            <a:ext cx="5667567" cy="35023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104D7F5-692C-CA71-720B-481768528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50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6E21425-A723-7E7B-A3FF-6039C058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B816F26-7711-F829-82E1-81E5ED7FA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350"/>
            <a:ext cx="58483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999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AF72D6B-F662-C8D5-981A-7E3A6EC6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0E62BC8-F531-379B-D7AA-DF04E9557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833267B-5373-332A-B33B-1269C4847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48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4E0045C-ED92-85DF-B780-FC0CEC96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3FB6D38-DC4F-22C8-C6A5-09D19C921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0F69FFA-5E76-2A26-3912-F26BAEE30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EAE903D-C9B1-BC16-065C-8C92AD3B1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40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B990106-FE87-0F7B-CC65-57199D1F3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45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196BB4D-DAE5-FFD7-170B-AA8F017D4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52EF1DF-7DD8-6766-0809-77D6F19A8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E2CE5BD-1F72-DC35-C1D2-33D3DE962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4657BB1-E2AF-BB68-AC55-591B75367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81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05B272C-DD08-9EB4-ACB8-EC2BDB59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51312C-48FE-E215-0E69-340892DEE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D2DD4A8-5B35-1964-0EEF-161AD734E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91192"/>
            <a:ext cx="5448268" cy="336680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7155007-DDCF-6727-95BF-D4C303CFD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78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D8672EB-26CC-9DFD-9462-332F729A7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96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72E2F08-0BEC-ECB1-201C-1FC9DA247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49B6C37-BC62-1E93-D8D8-4E96CEA0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0E04CCC-D2A3-B014-2CC8-B6EC96813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6014458-D91B-EFA5-E9B3-8F8C97E0E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63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1CA4C49-D842-D583-6993-83F6127B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2DBADE9-7B6B-A75B-1DB6-48D778C22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11302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8CA9075-4FC6-2A70-1A54-E76162DA0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09FF4D6-3B93-3BA9-20C6-D6C14441D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58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5126387-2F70-EB58-7FCD-6068D9BF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4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49B403-4DFA-942E-A61D-32C39676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8271E793-CD7D-047E-F744-32DE0F83D3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17B39C2-E2A8-4E39-340B-872E0196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40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E9E35C8-7CE9-9F25-08E9-089D4989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9A96005-49AB-E7AA-0520-D574041F2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DD14F6F-C691-E092-9D8A-585ED7545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0E26BDE-F728-882B-F410-FB1C03C0B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1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4</cp:revision>
  <dcterms:created xsi:type="dcterms:W3CDTF">2024-07-21T15:59:54Z</dcterms:created>
  <dcterms:modified xsi:type="dcterms:W3CDTF">2024-08-02T17:45:48Z</dcterms:modified>
</cp:coreProperties>
</file>