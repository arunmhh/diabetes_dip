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3" r:id="rId4"/>
    <p:sldId id="257" r:id="rId5"/>
    <p:sldId id="259" r:id="rId6"/>
    <p:sldId id="265" r:id="rId7"/>
    <p:sldId id="260" r:id="rId8"/>
    <p:sldId id="261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42D344-BC61-4984-652E-08B1D2EC0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091CB4-D7F4-0071-4FAE-F7429DFB1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1D799C-59C1-0B88-E639-8BD7B206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C041C8-88DE-75E4-0665-359472C6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91A7F5-829F-EEB0-7883-D6C3078D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372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E2AF2-38EF-9F3B-A66F-C334FDE9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B93E3B-146B-4F89-008E-DC13BA270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1EFD8A-D7A0-52A5-631C-674FE268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BAEDCD-2B02-8563-C859-6402D528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EE658F-B982-DE5F-5BDA-68B91B07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52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815DF4-F6D0-A4CE-84FF-CFB133B6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B45AE7-1C8B-427E-08B1-C88B49CE3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3F6F4E-5BE7-87A1-16F1-DE146768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869461-2E35-A59D-8E07-06B15C8B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8F1B69-8891-A494-2AF2-E0709FE2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1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46ADD-A5B1-8451-0FF0-26737D96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891FED-348E-BE8F-E282-A8A7F350B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157203-7DF8-91C5-0BC0-D9179AC1C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7B5BEE-F45F-762E-BEBB-9701B462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32259F-BA3F-9C9C-0578-489B371B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EA0A97-77D0-ED60-9984-BB01E2AA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4183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56B9F4-BE28-8D4F-1B04-1DC101E1F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B7A32D-4BC5-F456-4AAE-2DB6EF93B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B929FB-5A7B-BEAC-E3BC-5F412894C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0AC21E-5790-63BA-1916-251B7A59F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13C31E-D709-9028-FC7F-93FC55796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170631-E2F2-1AB2-D552-89FE056C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351B0C4-E7F2-68A1-3F6D-CED94629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2F54C23-0D1C-E31A-095E-94A4AEE0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80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1DD30-3BBE-A185-3698-17ED9C23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130178-B7C0-A40B-F55E-3B5ACFC91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20D1B5-684A-A36A-4640-7E5FDAC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50BEE7-9449-1D8D-1E52-27BDF97D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19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D0BFE3F-BB1E-E309-9458-E80A520F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EB113F-6ED9-2D9C-AE31-D412C1620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45C910-5C79-5B16-97C2-1DA6327B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533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D7517-59F8-EB3B-3663-DCD0D271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B3C039-6B9F-CE71-F289-3EBAFA878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FD4FD8-12D2-5245-320B-597C064CF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5F81D-1D16-4154-8EAC-718509E2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765AEA-917F-056E-603E-77431875A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BD22DA-286C-CCB1-C470-8DC74A42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71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EC4BC-5B3D-B21B-0E63-E0FB4A77F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1FB7528-DB54-4134-10FB-0FA6F326C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FF1A78-7231-8B6A-E585-5A74BFFA3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D8B2912-2D29-C45E-3800-9EF4CA64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FB0F6C-79D7-06E8-632F-DB3F4AD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59F422-91D5-0E7F-8145-D4B5C4A82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28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DB290A-E3C4-5C69-FEB1-22D4C30C8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9E8576-1072-C006-CA5E-E35FC754B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BE97FE-CFC5-9B15-0ED5-AFEFEF52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44DCC3-548B-4E00-2519-E4E0D534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0AEF1F-6B6E-E86C-DF6C-39C9455B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35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2F9AA5-43E9-7660-0C75-F442928F9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2ECD86-7FF5-751A-2635-FC213E60C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56C927-A02B-78F8-24D8-07F03C6E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F17A5B-DD79-B444-F230-845A2F1B0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D3B0F8-C387-E862-01D3-0E756DFD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68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ADA98B-D23E-5A10-39F4-B653F1A8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A73C4A-0400-56A8-15BF-A07CF3F10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A8F568-1196-F2BB-B5A6-23F30AAD1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7B7B0-2946-45EE-8477-9D9690C8D087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9B8755-2D5F-4D9F-A8B5-9F905C7D3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A77C2B-9E90-81EF-DB70-2B68FD731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8C34B-C6E2-403B-BB40-BD3A3586A7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507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6660D1B-8B52-61EB-7361-799DEB3CD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0640E98-DF1D-50F4-CD84-15343674E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225668"/>
            <a:ext cx="5183727" cy="320333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8EB8F40-E4D0-3B1E-E39A-A2C3E8270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7" y="3429000"/>
            <a:ext cx="5548912" cy="34290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5C93BDA-A11C-FDCC-486E-0BB0C3A3A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592" y="3541835"/>
            <a:ext cx="5366317" cy="331616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1155838-02CB-3AC7-43E4-6B59FF0F2A02}"/>
              </a:ext>
            </a:extLst>
          </p:cNvPr>
          <p:cNvSpPr/>
          <p:nvPr/>
        </p:nvSpPr>
        <p:spPr>
          <a:xfrm>
            <a:off x="9066361" y="4494362"/>
            <a:ext cx="1630393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Brauchen wir nicht</a:t>
            </a:r>
          </a:p>
        </p:txBody>
      </p:sp>
    </p:spTree>
    <p:extLst>
      <p:ext uri="{BB962C8B-B14F-4D97-AF65-F5344CB8AC3E}">
        <p14:creationId xmlns:p14="http://schemas.microsoft.com/office/powerpoint/2010/main" val="208120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35C7645-01C1-F2D6-3940-26A924F01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281960"/>
            <a:ext cx="10166918" cy="628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57AB77F-43B8-D1D2-CF73-F9305ECB9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8D2F97-A798-6F2C-6B1E-26F664BDF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09AADF7-F940-B82D-121D-633027940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243E269-1F0F-8483-49DC-B22CA2CA8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6E346191-7F5C-B5B4-216E-58020ED15326}"/>
              </a:ext>
            </a:extLst>
          </p:cNvPr>
          <p:cNvSpPr/>
          <p:nvPr/>
        </p:nvSpPr>
        <p:spPr>
          <a:xfrm>
            <a:off x="4728122" y="6801644"/>
            <a:ext cx="3554082" cy="15059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Grafiken zusammengefasste mg (50 = alles unter 50-75, 100 von 75-125, 150 von 125-175, 200 von 175 bis alles darüber)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AD8EE2-52AE-A399-1B26-C7BCC3484155}"/>
              </a:ext>
            </a:extLst>
          </p:cNvPr>
          <p:cNvSpPr/>
          <p:nvPr/>
        </p:nvSpPr>
        <p:spPr>
          <a:xfrm>
            <a:off x="3640346" y="6858000"/>
            <a:ext cx="6840749" cy="182465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70C0"/>
                </a:solidFill>
              </a:rPr>
              <a:t>Remove NA-Values -&gt; dafür die manuelle Beschriftung kontrollieren und anpassen da eine Beschriftung fehlt</a:t>
            </a:r>
          </a:p>
          <a:p>
            <a:pPr algn="ctr"/>
            <a:r>
              <a:rPr lang="de-DE" dirty="0">
                <a:solidFill>
                  <a:srgbClr val="0070C0"/>
                </a:solidFill>
              </a:rPr>
              <a:t>Add N= </a:t>
            </a:r>
            <a:r>
              <a:rPr lang="de-DE" dirty="0" err="1">
                <a:solidFill>
                  <a:srgbClr val="0070C0"/>
                </a:solidFill>
              </a:rPr>
              <a:t>to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the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valuepoints</a:t>
            </a:r>
            <a:endParaRPr lang="de-DE" dirty="0">
              <a:solidFill>
                <a:srgbClr val="0070C0"/>
              </a:solidFill>
            </a:endParaRPr>
          </a:p>
          <a:p>
            <a:pPr algn="ctr"/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 in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extraordinary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886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77D66E6-FC57-0A75-A28A-BDABD0FB1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89" y="0"/>
            <a:ext cx="5548907" cy="342899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69797E9D-A682-A775-3BA7-3CF963482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6" y="0"/>
            <a:ext cx="5548913" cy="342900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F6204AA-87BF-0801-96EC-E7DA876CE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84" y="3429001"/>
            <a:ext cx="5548908" cy="342899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5FEB009-FF00-F3A6-93F4-6BFADF7B3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30" y="3429000"/>
            <a:ext cx="5548910" cy="34290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08B98EC-D831-3E7C-922E-453E43332CB7}"/>
              </a:ext>
            </a:extLst>
          </p:cNvPr>
          <p:cNvSpPr/>
          <p:nvPr/>
        </p:nvSpPr>
        <p:spPr>
          <a:xfrm>
            <a:off x="2034776" y="608332"/>
            <a:ext cx="4796287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Add </a:t>
            </a:r>
            <a:r>
              <a:rPr lang="de-DE" dirty="0" err="1"/>
              <a:t>sufficiant</a:t>
            </a:r>
            <a:r>
              <a:rPr lang="de-DE" dirty="0"/>
              <a:t> </a:t>
            </a:r>
            <a:r>
              <a:rPr lang="de-DE" dirty="0" err="1"/>
              <a:t>names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graphs</a:t>
            </a:r>
            <a:endParaRPr lang="de-DE" dirty="0"/>
          </a:p>
          <a:p>
            <a:pPr algn="ctr"/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 in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extraordinary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D7FE45F-1E1B-DC86-7FB6-525BB11D364E}"/>
              </a:ext>
            </a:extLst>
          </p:cNvPr>
          <p:cNvSpPr/>
          <p:nvPr/>
        </p:nvSpPr>
        <p:spPr>
          <a:xfrm>
            <a:off x="806270" y="4841576"/>
            <a:ext cx="4796287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Brauchen wir nicht</a:t>
            </a:r>
          </a:p>
        </p:txBody>
      </p:sp>
    </p:spTree>
    <p:extLst>
      <p:ext uri="{BB962C8B-B14F-4D97-AF65-F5344CB8AC3E}">
        <p14:creationId xmlns:p14="http://schemas.microsoft.com/office/powerpoint/2010/main" val="2039862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C65FE6C-541F-73A3-1428-FEA66C3DD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405136" cy="33401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2C3D8F9-9D04-4083-B8DB-C33DC899A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772" y="0"/>
            <a:ext cx="5405137" cy="334015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D16FFBC-0F3F-147B-D7F2-1592521E2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13" y="3542729"/>
            <a:ext cx="5925987" cy="331527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881F2D4-8559-8122-63AB-D78F255FD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772" y="3429000"/>
            <a:ext cx="5482774" cy="338813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6A850EBA-7EAE-A383-D08F-48FD59E2C41F}"/>
              </a:ext>
            </a:extLst>
          </p:cNvPr>
          <p:cNvSpPr/>
          <p:nvPr/>
        </p:nvSpPr>
        <p:spPr>
          <a:xfrm>
            <a:off x="4928556" y="6836389"/>
            <a:ext cx="2622431" cy="11559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Ist nur für die genauen kumulativen dosen (nicht die zusammengefassten)</a:t>
            </a:r>
          </a:p>
        </p:txBody>
      </p:sp>
    </p:spTree>
    <p:extLst>
      <p:ext uri="{BB962C8B-B14F-4D97-AF65-F5344CB8AC3E}">
        <p14:creationId xmlns:p14="http://schemas.microsoft.com/office/powerpoint/2010/main" val="242517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E40CB4F-EEE4-D93D-9E77-351F6FABA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6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DC7F0A1-9997-80C6-BD5C-25CA248E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F97C37-6210-0065-B0A5-BDB99F38C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A52F7BB-26D6-1009-CFAA-4BE3D51D2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3138BF0-F7A4-A610-422E-A2789762B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8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0EE2A96-EC21-FEDD-C4C7-63927144E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E7F5483-7CEE-EC39-8F2F-812366554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4BE2C96-A78B-8FF7-D06C-98F5D42AE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0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4B831A4-1014-89C7-29F7-DCBD4698C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5C14382-05A5-8C22-59FA-8848B0318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DC0F6F7-D0B8-F314-D509-476C1C5E1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F82B72-8171-68AC-1504-841B52FC8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86" y="0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29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2FC5E85-1398-92A6-682B-6359D246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89" y="0"/>
            <a:ext cx="5548911" cy="34290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D8CA802-9CEB-BB04-73A5-DE8EC2AEC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E6F70D9-BA77-4D00-5674-F14595AAF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1202F7E-C082-A747-8372-BAB56AE4B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31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9B62AAE-7EBC-1D69-05E9-8E5D65B32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A410C81-9AFA-61D1-D11C-6AB92691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451D66E-C030-4A65-4459-6F4FD73AD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7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2EE5213-980D-DE65-052C-149E95D61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59" y="2751"/>
            <a:ext cx="5547841" cy="342624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B7FF2E2-8F5C-9017-3BAE-87238CD3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01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FAF5021-36FC-4469-4D09-8F519A645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E83200E-2DB9-EFBA-5268-D4CC9F7A2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2" cy="342900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0A96264-7BD5-9D2B-A8BE-3FA2A334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78F1379-B770-CC98-49DC-C89A52575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6" y="3428998"/>
            <a:ext cx="5548913" cy="342900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49233C6-817B-AE4A-797C-949DE760D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8477" y="3657600"/>
            <a:ext cx="2233523" cy="138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25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51A6402-C26C-0CDD-608B-A117B45CD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278FB8E-3F7E-32AE-7B9D-7029E1E4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D92F533-0D77-C54E-1EA8-4BD74AB70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A8FF7BC-FF4F-B80E-9122-FC673D78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48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9FE1EDA-FBBC-E028-73C8-D7648109B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149A377-B4A0-C186-F8E3-E1DCBE25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6" y="0"/>
            <a:ext cx="5548913" cy="342900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543D475-D7E0-9158-28C1-E359CD0F2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2"/>
            <a:ext cx="5548906" cy="342899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EF52637-07BF-33CB-2BA8-35C7F2B21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6" y="3428998"/>
            <a:ext cx="5548914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89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4D31027-FE6C-83FA-F745-D8CF4BBCD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4E430F0-E8C2-85CA-F541-51B6EFED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1F09BF3-3FFD-6826-4A82-96AE88EBF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089F3A9-38E4-5C81-ED3E-B0616CDC4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07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FDE42AF-72DD-54CA-2A11-87A1EEEF3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A255E92-609F-8766-B41D-ED30F88BB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3BBF3AE-B186-BBE3-8E4A-2C88F6712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0F1F48B-0758-49C7-DBE1-8D513C10E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CA2813E-0145-C692-CA89-33A7391AB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5709" y="4975320"/>
            <a:ext cx="1776291" cy="10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43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C56B713-5B8F-A920-F484-9B651F1D7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4D8B652-F2E4-4F68-4755-DDC5C82E3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622F1C5-2DFA-E290-7563-65D04FDCF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F6551D7-AE93-3A4C-8F2F-627EDB6F0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66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F73909F-8491-BCE3-A142-5C95061B44EB}"/>
              </a:ext>
            </a:extLst>
          </p:cNvPr>
          <p:cNvSpPr/>
          <p:nvPr/>
        </p:nvSpPr>
        <p:spPr>
          <a:xfrm>
            <a:off x="4408097" y="2268747"/>
            <a:ext cx="6262777" cy="169077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GGT</a:t>
            </a:r>
          </a:p>
          <a:p>
            <a:pPr algn="ctr"/>
            <a:r>
              <a:rPr lang="de-DE" dirty="0"/>
              <a:t>Error wegen falschem Vorzeichen im </a:t>
            </a:r>
            <a:r>
              <a:rPr lang="de-DE" dirty="0" err="1"/>
              <a:t>by</a:t>
            </a:r>
            <a:r>
              <a:rPr lang="de-DE" dirty="0"/>
              <a:t>-Argument</a:t>
            </a:r>
          </a:p>
        </p:txBody>
      </p:sp>
    </p:spTree>
    <p:extLst>
      <p:ext uri="{BB962C8B-B14F-4D97-AF65-F5344CB8AC3E}">
        <p14:creationId xmlns:p14="http://schemas.microsoft.com/office/powerpoint/2010/main" val="869443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276F7BD-01CA-5B4F-6E6F-DF0F2FDCB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BF5F4DF-E216-7EF7-CCFA-A1C4D7C38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ACA9830-3534-9953-5B45-67BE7132D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9F50A63-7F18-0C6D-4A18-BBFA7524B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966F6A6-DBC0-BAEA-06E7-31E21BD73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6256" y="3161148"/>
            <a:ext cx="2138601" cy="132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75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5E5ECC5-060D-DECB-413E-CC2496054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C06E94A-1B37-42F3-35B8-7E36DA875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1C131CF-1148-9212-E7A9-B8FC8A0C1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04C0382-F744-33C0-1F1B-718ED9A94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41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37978C2-030E-2414-42A3-CA31F9411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260F812-0ED8-C475-AD76-717C42C8B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5ACB032-967D-2582-5BED-AA2F718D1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29F4C73-CF1C-5173-8CBB-54D100CD0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FF69BBB-9896-800B-03A5-5384B7BE4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938" y="3121167"/>
            <a:ext cx="2181733" cy="134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29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707020D-B9A3-AC91-F7F6-F968F6BE5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5090270-EC07-C401-A0FB-A6A275AE0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F9DBC03-0B50-32F7-8E33-3C928375A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4FD38C8-AE43-CC28-362A-03EA3CCE0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56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B8D19D9-5084-53CC-2FF0-8B969D23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738E9F4-92B2-56F4-66AC-1FA342538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2B2C699-1554-E0F3-7B33-3DB89C1F7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8998"/>
            <a:ext cx="5548912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A733C3B-B521-4215-DBF2-1D3DDE130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693" y="185032"/>
            <a:ext cx="2475031" cy="152946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E4DCC88-EE8B-42B8-0CDF-589D615FC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6" y="3428998"/>
            <a:ext cx="5548913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6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964ECF7-5859-20EF-2D80-46D225FD4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3F636B4-2D6F-0587-ED72-64B5E3E58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465521" cy="33774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46C8828-99BC-1279-2884-94F15510A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E05BAC-8166-188C-9961-67428EC78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51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57D68C3-B5CB-4140-677B-4747ACB8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54C2BB3-4B41-0A92-4A49-2C9D10AF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7BD8C98-196E-0745-B013-0BD6EA5B4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C87E59F-5E83-4087-3233-D61111A01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6557B70-7008-9366-974E-614EF7EA8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0430" y="3726612"/>
            <a:ext cx="2500910" cy="154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4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DF7F682-58F3-BB53-B8E7-E940BACCD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7452FEB-C415-B2D5-3295-2C4AB05A8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606543E-8EA6-489E-734A-DAB7C69F0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B31DEF0-1DF1-CADB-8AD7-6235B7B7D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17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7E6D09B-210F-3ED3-B557-844043B0C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A8A02D0-A804-E81D-512E-532B3D07C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EEAD9A7-F80B-74A5-C5EE-347270049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8F91206-5667-6033-3364-302F629FA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E700843-B0FB-463B-A3B8-B036877C2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6800" y="1147314"/>
            <a:ext cx="2345200" cy="144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38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8B67CBE-1025-F36B-06B8-283A283E5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F9AD9F6-ACA1-60B3-E3D4-A7F55474E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B865054-F318-C068-8D20-091DF5654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D89505A-A274-EE01-34CD-5FBA968DD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64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47C627F-1FE8-AE6D-9BA5-6A906F87C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AF06F47-CDED-B10B-B8A3-35F07F889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867E42C-0F11-8EA5-C19D-1FAE8067C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9B6FAAF-5742-AD84-8E2C-B0A26B962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62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7048DD4-1F99-68DA-6B4E-F733D776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FB45E51-E1ED-F5BC-8D55-3AF74E1DD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2E9B5DE-794E-2B3A-6017-3C7E53E34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83AF42-9491-877D-1CFA-CF9CF22E5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28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78CB432-1EA3-E601-72C6-AA9498237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C3082EA-03DA-87EC-1444-FCA7E5DB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D9837FE-0E33-D4DB-C3EC-EF9594B60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F7A2283-D4AD-8CC9-8395-E960B302E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7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DF86958-A75B-FDD4-885C-A66B13D8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900B07E-1A0D-0B69-1330-F3D742720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7DD0DC5-0EDC-97F9-D646-48C318436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E83D920-C577-1D1F-1AB8-07C46542F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733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1553B96-30F3-1B24-BB30-E39700473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59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42F7AC1-4713-B3FA-ACD7-79807596B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01FEA6C-25B7-AF4B-59CC-D3AD620EE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6D4EAF4-235D-52B6-9590-A88174EF7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76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9BF48FA-119E-642B-A880-376A9E1A8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4DCB503-F416-E32A-2894-C4A1B0B63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886" y="0"/>
            <a:ext cx="5477023" cy="33845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BF1660E-0FC3-5C75-C013-C29A4B9E8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5F1A093-705F-5142-E683-7FEC042C2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243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E423235-D256-752C-E4CB-245B352E8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F82E746-7777-8D20-F72C-A56C9D23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BE6C8A4-A295-C4FF-027A-E4312A938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B5563DE-05DD-E177-281D-2A5181230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34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F1CB225-A4F1-2F5F-72A8-5DC637BD8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36EE695-8580-4AB5-07EB-81C3F4285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A38C616-86B7-D43E-8710-8A2C8147C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06D86D4-D975-12D2-562B-B264F3A1E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35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12F3E93-3315-C547-BAE8-73CAB52EE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0BED502-AEC4-CDA0-22DB-CAF182CD0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B103891-62CA-3B91-3CD3-8B62C11A6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AE0C3C6-79EE-1789-66A7-6527AE3CA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47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0FD9FDE-E32E-2EB5-9DD7-476055DE1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729C931-5CED-BA14-759E-F08DF0B77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C3B7C8A-92D3-568C-715E-8B09D3AC9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1CA2249-2A47-7177-D7BF-2E8D7EBBD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43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26774CF-53B7-FA80-73F1-295B6D581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64D720-27B4-9392-965C-5FBB3E519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4719722-3C81-B966-32D4-7975874DA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84BD534-6161-38B8-DFFD-C08633B26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20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F835891-6E0C-A666-E630-2FE9E2B4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F5AE6D6-02F5-BB0F-2976-7B1CE4948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908AF2A-DFD2-79C9-7C01-6845429D3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096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83A19CF-A7EF-E5F4-E62A-123E27A5A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FECA14A-04AD-605D-C31F-295A2020B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DE8C434-6EAD-54A8-B31A-306D80398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237F908-2C3D-FE1F-3255-CAA317B06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00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83A1344-3A69-7D3A-C012-9BC8ACA37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81F4078-0F14-9F23-9F03-529B6E7E7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3347261"/>
            <a:ext cx="5681182" cy="351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04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B1A905E-2F18-D4FF-3B03-7D35068C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9A80757-9D0A-A739-869C-BB8A3C728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3B07101-D97B-92F1-3402-30B78DA5D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E3C146B-F0A7-DB20-EA7D-A6CA0AEBC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3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Breitbild</PresentationFormat>
  <Paragraphs>11</Paragraphs>
  <Slides>45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16</cp:revision>
  <dcterms:created xsi:type="dcterms:W3CDTF">2024-06-04T22:15:10Z</dcterms:created>
  <dcterms:modified xsi:type="dcterms:W3CDTF">2024-08-02T17:38:04Z</dcterms:modified>
</cp:coreProperties>
</file>