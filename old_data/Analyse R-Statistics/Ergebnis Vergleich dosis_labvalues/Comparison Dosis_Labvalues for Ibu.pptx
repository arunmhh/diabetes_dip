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CF4BD5-14FD-4B3C-4F45-E3B788E50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B7FB07-4D89-CD12-DC17-0B3E60157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C16D41-991F-E396-7993-3B68564E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F854B9-96BC-D4E4-C749-52B55DDA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5FF7BE-C4DB-B2A6-F1EF-252DE596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14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7F920-23DF-589B-9434-1CCC51E7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19BEB4-F09A-6D6E-CC5E-2F5A50B6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7722D7-96CE-C358-2B21-80AC70D6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E67A9A-068D-5361-7D07-793C023A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595915-8512-3374-0D5C-108155EB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8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C614C7-0EF8-6DD2-14AB-F3409C88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13B787-7855-107F-76BA-5E1B70972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4DA9F0-AF02-45F7-D3F5-14601E000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508199-AD4F-4961-BB4A-909C77CD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6EE34B-6492-41F3-C0C1-DF4FE864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8522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37626-C0B1-D92A-E7C2-122D0D7B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A61F9F-C2D1-1CFB-C5CD-48F759AF9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2A7F46-9C25-4ACD-337B-81CD7DDCC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018A7D-A899-8BBC-6108-353ADD13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53A0EA-BEF6-3C92-EE69-7AAE01AFC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D43292-C705-4BD1-837C-DFCF318F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3188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F0A20D-623D-0F8A-1E75-81480F99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433081-6C20-8461-8B01-3E08929EF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F295ADF-9E0C-8C87-3325-9EF915215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D3A7CDC-BAE0-F7C3-BF3F-C4A76BAB4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34DEC7-1193-0979-2B7A-EA097F610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A02728-159E-7B11-67D7-BD0871A2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B11227-8AE2-BB42-5BBF-2E6AE854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32CD64-8D89-9767-A4C4-E5B89A0B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23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466701-2FD8-C926-02F7-DB2F83C0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8A2D0C-08D5-0D33-2445-3BCD3D59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EF6AA5-E2B4-2A24-2F76-AE1270C8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A40EB1-D87A-7709-A145-C582B90C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33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E0D955-9024-ED94-74F6-F00EAF56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7401FA-59DD-5F6A-9AC8-E119BCA37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966BBD-CDF3-69E3-20FA-48C2B796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12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C3F674-E703-1520-7687-38B74DC7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06D755-CBCA-57E0-7FDC-EA96A359B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A5EA51-22AB-7307-EE21-3A70D969D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3DD008-C6D2-7770-A161-A3F40B05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F4C949-034E-E1C5-9504-AD70B8B7B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9DA16B-61D0-017F-24AC-FC237B55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673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CD628D-852E-E444-6D45-2BB491731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EC3394C-1412-59EC-25FE-FEE51137F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7A87F4-4DD6-0E95-04C4-585571169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FE6A5D-5735-0212-288E-7555D577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89E01E-5DAD-C552-BCDC-56756EDE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8E76C6-100A-8068-5E3C-7E0062E5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1349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3C2678-FCCF-D380-5995-284C9528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2785BCE-0AC6-E4CF-BEB6-C00899F61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A79410-59D0-EF44-1BC0-830984E1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A0238D-EF37-4791-4A4D-FDA60BE27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45C3C5-C156-4D70-96F3-D00A1C25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62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16E208D-F95A-A4C1-998A-30E9E7297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312A6C-599E-586C-DCE6-7B38EA99E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FB0491-CD14-5582-D49C-ADF4508A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71BD05-88AC-B3C7-21A2-F25ED0E4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CD2735-4B07-041E-37FD-8DD09854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291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031D933-D74A-C3C9-30CC-E0062381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845D4B-6BEF-E255-9DA6-D413D3179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5E35FD-E397-AAAF-5390-F6AAEE0A8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A383F-9089-4289-9E0E-D1080812A6CE}" type="datetimeFigureOut">
              <a:rPr lang="de-DE" smtClean="0"/>
              <a:t>29.11.2024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23461-75A2-4919-64CE-47D9D2A09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1CA929-A103-ACA1-800D-D5905E685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A6420-62A7-48A2-BD32-DED6BAA082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6182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B4E640CB-BC1E-3799-5335-7127CD58D2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9F35E1A-9A77-804E-CF5A-6B69A11CE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3194" cy="35814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3DC8EC7-B7AD-503E-86CD-F02CC68AF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684" y="0"/>
            <a:ext cx="6150315" cy="37956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EEBEFA5-367E-3A57-64A3-354C0ACD2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6640"/>
            <a:ext cx="5365630" cy="331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5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D39E344-53CC-DD2C-CB97-AA90BC1C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C4EB3AD-A5FD-1E49-7015-7945ABF5B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3448594"/>
            <a:ext cx="5524500" cy="340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5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B38AFFF-668F-AD23-A387-1E85B63F8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10534" cy="370935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564214E-B0CC-0087-968A-722FB8225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464" y="0"/>
            <a:ext cx="6010535" cy="370935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CDD944C-2402-C31B-FFC4-0B96B31A0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16998"/>
            <a:ext cx="5089585" cy="3141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4C736A1-A4B1-4B5C-94AF-385544EEB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362" y="3518246"/>
            <a:ext cx="5411638" cy="333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98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B95B15D-DED9-8E3F-693A-423CEBDE0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5776"/>
            <a:ext cx="5788325" cy="35722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0441244-09F1-F12C-7525-00B03414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4174" cy="328577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5C5CD5A-0496-37F1-27BA-3C3CD8CEA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674" y="0"/>
            <a:ext cx="5788325" cy="357222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104CC8C-7D21-D810-3B33-DF06A4EC8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824" y="3572221"/>
            <a:ext cx="5324175" cy="328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4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4CCE235-640E-720F-902E-8E04CD7D6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68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8F9EDEF-049F-9E08-A4D8-4F205C47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95026" cy="339121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9C1D21F-36AA-451C-069E-E1456C68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972" y="0"/>
            <a:ext cx="5495027" cy="339121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FB62E4C-6D2A-49C3-6475-26327CE72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9374"/>
            <a:ext cx="5426015" cy="334862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09ABF72-412E-0B94-458C-05F9E28D5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849" y="3391216"/>
            <a:ext cx="5617474" cy="346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837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64A153E-1C95-BF9C-7E74-DF1926BD8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0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A81C92F-F402-31A8-6780-5D92616DF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7430"/>
            <a:ext cx="5477774" cy="338056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7611A91-ECCC-1EFD-E580-07335AA7D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77774" cy="338056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674B1DC-2D85-DD7C-29A9-B27A117E6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226" y="0"/>
            <a:ext cx="5477774" cy="338056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CEE5013-E025-4E43-932C-90FE170DB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0" y="342900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6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0B1B039-5A2E-D97A-68FD-B692EDE88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D642357-4D0C-AAD9-91BC-7AC6173EF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426" y="3289326"/>
            <a:ext cx="5782574" cy="356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165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9F58607-AADB-7D2B-D9D6-D4A5DF85A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D056E5D-5089-2572-B672-3B1681499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FF6EC4C-B44B-5ECB-39F0-AAE040E19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81604"/>
            <a:ext cx="5633049" cy="347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90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31E8F4D-B77D-06C6-23CD-EA14CD09A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49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B54266C-44BE-1763-2739-6ED03B90E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95026" cy="339121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FB2592E-F8F6-DF2D-4C12-FE2F7A926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74" y="0"/>
            <a:ext cx="5495026" cy="339121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2E6C7CB-542E-8312-E1DF-85A3057F8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972" y="3466782"/>
            <a:ext cx="5495027" cy="339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2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65114A8-BFAD-B647-7403-1325A4326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2743200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19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A93330D-5C18-CA89-393A-3ED7F716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81719"/>
            <a:ext cx="5470824" cy="337628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B6DDD0D-172F-533E-0420-CCFCE6C33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41675" cy="348171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9CCD250-B9E2-ABA0-C98B-10785AC87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324" y="0"/>
            <a:ext cx="5641676" cy="348172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DDA5AF8-2C7C-DB59-C2FC-B04E857B4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591" y="3443713"/>
            <a:ext cx="5532407" cy="341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93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6B4216D-43BD-6BFF-70C0-B7636DE25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1185" cy="398747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BCB6CCC-0536-E974-9E27-5AF9250DB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272" y="3177528"/>
            <a:ext cx="5963728" cy="368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27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C372944-5827-BA96-EE73-B76A4B352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3268" cy="335927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3E5C83C-2BAD-819C-8B85-7FC2EC34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96" y="0"/>
            <a:ext cx="5661804" cy="349414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899D3CB-C077-4F06-6467-596145395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98726"/>
            <a:ext cx="5443268" cy="335927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5A1082-E308-BD57-5321-6CA0EF363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768" y="3359274"/>
            <a:ext cx="5669232" cy="349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86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541B69E-517A-54DC-7D0E-CB81B43EC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2324"/>
            <a:ext cx="5437436" cy="335567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974618C-F681-8344-9690-5B9703FF9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64038" cy="343380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F489CCF-2AAE-D549-A1EA-BCCB4D737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962" y="0"/>
            <a:ext cx="5564038" cy="343380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987EB65-8B71-AC3A-D2E3-C30046107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960" y="3424191"/>
            <a:ext cx="5564039" cy="343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72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9ADBBC1-2840-74A3-5265-52FCEE91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5908" cy="389164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E6765C2-358C-B203-3793-44B1E5A5A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908" y="3225440"/>
            <a:ext cx="5886091" cy="363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02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0466DE0-05A8-A877-FE9E-E0510AEF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6997" cy="352820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8CB82A1-5EEB-F602-D8FE-A3B67A2E2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002" y="0"/>
            <a:ext cx="5716997" cy="352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25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6C2927A-932A-9F79-DD05-F5F88EF18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2754"/>
            <a:ext cx="5469147" cy="337524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363FD21-039A-5267-6CF4-537870362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958" y="3347048"/>
            <a:ext cx="5689041" cy="351095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E392249-A62A-669F-2C72-D55A1964F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486400" cy="338589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1FBA69D-E242-6363-8870-C300D8C5F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0"/>
            <a:ext cx="5486400" cy="338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50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C5ED4DB-D5A3-A329-7C30-03FEDD0E9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DD44D02-04B2-DB5A-A8D0-CB64D01CB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702" y="3385152"/>
            <a:ext cx="5627298" cy="347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63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9A29F21-78B5-E215-91E6-C5A272B1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8710" cy="364034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F45607A-BA96-6587-3352-821C1C568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498" y="0"/>
            <a:ext cx="5898711" cy="364034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5F6A484-126E-DF8D-AB25-13C0AD781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40346"/>
            <a:ext cx="5213790" cy="321765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ABE926A-80D5-B68B-C37B-EF034C943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99" y="3569734"/>
            <a:ext cx="5328209" cy="328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5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5A4E2FB-E29C-5D53-5E5A-367B03759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6784"/>
            <a:ext cx="5495026" cy="339121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3F2BA42-5AFB-B2DF-5164-722750F3A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95026" cy="339121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44E38D-0179-D79B-08A5-FD0BF3D8C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74" y="0"/>
            <a:ext cx="5495026" cy="339121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9FA0BFF-D274-E48E-71B2-D26D52CC2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974" y="3466784"/>
            <a:ext cx="5495026" cy="339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39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7B76A8D-E169-371B-F63B-869C5B8F9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F24E04B-C985-8845-9F5E-9FB1C22E9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46" y="3312542"/>
            <a:ext cx="5744953" cy="354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02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812AF64-8ED1-5D00-8FB3-F0A96B0B6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97657" cy="326941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D1E06B9-3047-5565-19D4-809FB9897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712" y="0"/>
            <a:ext cx="5558287" cy="34302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08ED3F1-DACC-EEA2-598F-4DE3CE651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7742"/>
            <a:ext cx="5558287" cy="343025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A15F90A-CD92-C3EB-5E50-D79F033F1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711" y="3427742"/>
            <a:ext cx="5558288" cy="343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06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BCDEF83-24D2-CB76-9090-85DF9289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48" cy="342899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AF7B2E4-151F-8E74-048D-1429334C6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0136" cy="333265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054C98B-DD76-CF69-BBFD-C9127B000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0"/>
            <a:ext cx="5556249" cy="342899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3D92158-523D-A66B-5018-6040BE498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9" y="342900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19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33DDF32-7027-E02D-83A6-2D593C446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5C97CE1-9FDA-176E-1AAA-753F4773F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678" y="3299972"/>
            <a:ext cx="5765321" cy="355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02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BB15AEF-3873-D2EB-8915-77BAADF1D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0864" cy="357996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D5EC85C-C55F-4518-1B28-8E4C3F07C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36" y="0"/>
            <a:ext cx="5800864" cy="35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39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D0450-9284-C8AB-3F6C-BB58BD161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9014"/>
            <a:ext cx="5702060" cy="351898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9EEE51F-B920-C1CE-5902-7A25C67A9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10439" cy="333901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8C308FC-F088-9C08-B8B4-60BDA2C7A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938" y="0"/>
            <a:ext cx="5702061" cy="351898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B565FBC-A072-FBDE-344E-C89BB1B1E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558" y="3518984"/>
            <a:ext cx="5410441" cy="33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92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EF0EA74-F8B0-CBF8-928E-3B39ECDCC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6EF07D7-4BA6-77DF-DC5E-9251B705F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46" y="3312542"/>
            <a:ext cx="5744953" cy="354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3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4E3DCF8-B87A-D0D7-8FBF-31861DAE1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45192" cy="354560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AEF4689-0D1D-A58A-10E9-57382EFA7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806" y="0"/>
            <a:ext cx="5745193" cy="354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94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FE61F49-575B-A1F8-1239-BC4659F6B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2106"/>
            <a:ext cx="5486400" cy="338589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F0C9594-C437-3772-3FDE-661B2A2E8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B67D09D-F6EE-08CE-FA7B-DD3DA3FE3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00136" cy="333265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BF3AE45-F858-40F4-CA19-29F3791AF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3472106"/>
            <a:ext cx="5486400" cy="338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19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31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4</cp:revision>
  <dcterms:created xsi:type="dcterms:W3CDTF">2024-11-28T22:36:57Z</dcterms:created>
  <dcterms:modified xsi:type="dcterms:W3CDTF">2024-11-29T22:53:25Z</dcterms:modified>
</cp:coreProperties>
</file>