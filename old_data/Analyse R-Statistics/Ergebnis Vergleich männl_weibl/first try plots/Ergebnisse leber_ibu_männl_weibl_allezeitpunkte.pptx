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1525B-D808-FCE4-2034-C25D07CAE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981713-CE02-7985-47B2-00AAB4D94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9783A8-7A08-49D7-42BF-84CE3557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2D05D3-EBDD-61DA-34A9-6F81AF2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BEEF47-F503-E73C-ABE8-7B93CDE8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323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5803F-E0BF-5C7B-1E08-A1005B4B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0CD9FA-88D0-1951-E7EA-D41D8EB5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BDB3D5-3488-7E8C-9EE3-7A337673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26FA58-4DBE-1BC4-79EB-80D43206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A24B28-F5DC-8093-6F33-8335BB0B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7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93FDC5-FEF1-8B16-CCEC-B3FFF258E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B135D0-4516-7086-D1D4-EED1DD07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68B59F-8C63-4E8C-46DF-51F77DC7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21DA42-522A-FF0B-F20B-EEE8B5E1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B1C73D-F583-3974-A30E-FB0BEA17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48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38D02-71CB-4BBC-D56A-D98C403D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AC7B1E-2301-B656-4E1C-6120AD21C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CE91C0-AA83-ECAE-D87C-7B22BE57F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A68ED6-E901-5D1F-89C7-A681B842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5F6F99-DAB6-4459-91C4-3C60C9C4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D39371-A66A-BBFC-B47B-D212E927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43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8EACE-303A-64D4-72D1-C3E11CFD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F992D0-648E-69EE-26F8-B8A732207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C5EFAB-9D36-B660-14FD-344A60B7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54F88F-94D0-A35F-32D8-2D478A1DF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B9EBA5-AB12-F4F1-9BA3-549E7618C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EB86C8-B2B5-3F86-65D2-2B05CF28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38BADC-D35D-F899-2CDD-F3800AF1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555671-DC30-6275-624F-D02E0307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62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FA149-3BD3-2728-9968-723F21974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329EEA-1E87-242A-ED62-FC6F4973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77D204-AC8B-FD38-C417-5BBE44D3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3E2A0B-CDA5-1D69-444A-CD7DD0F8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18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DDCE05-CAF4-D5F5-E87A-2568028C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4BDD6A-0B1F-8297-51BF-74F7F2DD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6DDABF-3C70-FB88-A030-3C9F98C5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767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D0BFF-9944-ED1B-BB54-8FD1045D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8495F-F7F0-9BF9-F04F-7A6C23913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FE1B01-5517-868D-F76F-02AE009B5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BC3388-85EF-D690-3761-E38B643B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5A5A84-CCAC-A119-E9B9-3227242F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7C6F4D-1A2B-20FC-A183-B2E353B3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48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C3219-644E-5EDB-D7E8-00E8246E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3AD679-243F-B3F4-AE1E-6DAEBF371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C4D7C6-E85B-26C1-F86F-059782F7F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233DC3-C33D-63AF-43E7-F74C995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4CDC80-6C8F-24AA-F79F-F5A5D909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106CE6-440F-8763-40C9-20EEF096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20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21A21-6E84-53D5-22E3-A995C004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4D8EB1-392F-1C2E-B4FC-6F5EB55D7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7C4794-1E8E-E56D-AB8D-8786C328A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9FB726-00B6-943A-75A7-6D3E6EE0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340594-5854-F90A-5C27-FFCFDAC9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56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D8E5B48-F69B-2E8F-5A7F-93409E09A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8553EE-2314-9896-BF4B-F24D2B2C7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02277A-2EF8-247C-4339-8FC568E5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A8A7F9-EA14-0244-5B19-0DC639CA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B58F3-A7E3-64C4-BFBD-45E064E3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30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B6CDB7-4F91-9D1D-71CE-EDEC2A05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C73B01-C467-DCC5-7F3E-5A5773F7C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1C8177-B7BE-D220-A3CA-DEE8FB4E6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597F9-C9EF-4C98-9288-6DAAC6A61E4C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289DED-613D-D632-6110-17F9B6115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BAE97-EF13-921E-6DC9-43E93769A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D78F4-B991-4408-BEF1-CF996A072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2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FB5F783-DB37-E4B9-F4ED-8ADF692DD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22" y="0"/>
            <a:ext cx="4538663" cy="6667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E4BEB48-7356-3D84-E377-6546104EE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750"/>
            <a:ext cx="5108546" cy="315916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8C7D6FE-6F8F-2A2B-62D9-5E96877C4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678" y="15913"/>
            <a:ext cx="6172200" cy="381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1C7B037-B301-68FB-C0B1-C150AA12D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39" y="3579962"/>
            <a:ext cx="5564813" cy="32780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EE094E1-14DC-7DA4-A418-CEBDC1D34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75" y="3799463"/>
            <a:ext cx="5108547" cy="304262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D92C84F-5AD0-A556-D2A4-ED52B114851D}"/>
              </a:ext>
            </a:extLst>
          </p:cNvPr>
          <p:cNvSpPr/>
          <p:nvPr/>
        </p:nvSpPr>
        <p:spPr>
          <a:xfrm>
            <a:off x="4068791" y="4140679"/>
            <a:ext cx="2780318" cy="500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NA als Wert in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gender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679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BB711A9-2B35-0DE0-CBB0-58083DD0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6" y="8795"/>
            <a:ext cx="5760827" cy="79438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F6AC075-F8ED-6B87-1544-11F5600B9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183"/>
            <a:ext cx="5312254" cy="328513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83C9C7F-3B0E-7D14-CA74-9294DD126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390" y="0"/>
            <a:ext cx="6079035" cy="375249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A4B6E37-EEAA-B33D-CFE4-05751787E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758" y="3593681"/>
            <a:ext cx="5243691" cy="31749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15F1B0B-3FF6-D6B1-0E00-11411B0DC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74" y="4061061"/>
            <a:ext cx="4516792" cy="278814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4779A50-D55F-46CF-F6F9-C7FDA4D7E8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08" y="4278632"/>
            <a:ext cx="2816596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79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6357ADB-F48A-FCF6-1B99-BC7A8BEF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5" y="281437"/>
            <a:ext cx="5876656" cy="8122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A47A32-C3CE-2881-FFCA-8AB64FDDE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45" y="1093708"/>
            <a:ext cx="5332831" cy="329786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2DF115E-AB50-0A19-9541-E2E65415D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400" y="3429000"/>
            <a:ext cx="5820005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B775AB2-0650-E965-9819-41417471B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020" y="0"/>
            <a:ext cx="5820005" cy="339158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49C5597-D4C9-E21E-7DF8-C75ECF850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13" y="4321898"/>
            <a:ext cx="4175995" cy="245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28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6C42E86-08B9-A2AA-3D5B-BB2BCD44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5" y="180884"/>
            <a:ext cx="5300034" cy="7595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377A6ED-2E6F-77C6-2C60-8C885F0C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40444"/>
            <a:ext cx="5512278" cy="340883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BE04822-186F-2CF9-27BD-7B47D0E29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5" y="4306463"/>
            <a:ext cx="4133490" cy="2551537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31306128-ED02-B1C4-97CB-927FDC737B82}"/>
              </a:ext>
            </a:extLst>
          </p:cNvPr>
          <p:cNvSpPr/>
          <p:nvPr/>
        </p:nvSpPr>
        <p:spPr>
          <a:xfrm>
            <a:off x="7168550" y="1940943"/>
            <a:ext cx="2898475" cy="28812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Keine sinnvolle Grafik möglich, da nur ein Wert an Day1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Warum bei Grafik unten links 4 verschiedene Werte vorhanden</a:t>
            </a:r>
          </a:p>
        </p:txBody>
      </p:sp>
    </p:spTree>
    <p:extLst>
      <p:ext uri="{BB962C8B-B14F-4D97-AF65-F5344CB8AC3E}">
        <p14:creationId xmlns:p14="http://schemas.microsoft.com/office/powerpoint/2010/main" val="345417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FB47172-FEE5-1122-AF48-F301DA17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" y="0"/>
            <a:ext cx="5801084" cy="83047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8F386FD-B335-69AF-29B9-5D9ED50D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0471"/>
            <a:ext cx="5713443" cy="353323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9AB127A-CBD8-72E4-D0E2-E4C1B92B7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692" y="0"/>
            <a:ext cx="6172200" cy="381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1940C64-0116-C82B-0E11-0FCDC3AA1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788" y="3607477"/>
            <a:ext cx="5860211" cy="328089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4939C7F-85F1-3AA7-72C7-3C3F53186D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788" y="4318486"/>
            <a:ext cx="4198189" cy="24960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45F594C-87EA-7B49-FBD2-1E372AA1F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431" y="6351876"/>
            <a:ext cx="2816596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3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19A7504-9DD7-1C91-DDF9-0F6FF53E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" y="0"/>
            <a:ext cx="5160574" cy="6949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E248411-467A-CA0D-6E1B-0302CBCD8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900"/>
            <a:ext cx="5539697" cy="342579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87EAA5D-A438-6BCB-47E5-59C895B0C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023" y="0"/>
            <a:ext cx="6046256" cy="35713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C47D2FD-87FE-BCF0-8FE4-4FE372F16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583" y="3571336"/>
            <a:ext cx="5544872" cy="326716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E642590-06A7-AF18-C73B-D554E9D48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68094"/>
            <a:ext cx="4744528" cy="27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6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B24191A-D2DF-2057-4377-AA372D4C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" y="0"/>
            <a:ext cx="5981251" cy="8176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46BFA18-9DC5-04D2-F2FB-940A0987C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7627"/>
            <a:ext cx="5248023" cy="324541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CDF1264-62F4-EA82-1CB6-126D21468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265" y="3336129"/>
            <a:ext cx="5705430" cy="35218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DB98943-29A8-91B7-B178-3BC091F91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265" y="0"/>
            <a:ext cx="5771589" cy="336633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4C568F6-7CCE-D657-BA13-A5515F113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6" y="4066647"/>
            <a:ext cx="4699262" cy="279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5422DA5-64D4-4BAF-B609-E4B15003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6" y="0"/>
            <a:ext cx="6105884" cy="82268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96467A5-4A29-8ED7-AE0B-9EDC4FF2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6" y="822688"/>
            <a:ext cx="5174231" cy="319978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FB4A08-4319-98BC-9908-D3CA53240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286" y="3703856"/>
            <a:ext cx="5109713" cy="315414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659F6A3-99FA-E3DF-9E2A-E84FA6941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030" y="0"/>
            <a:ext cx="5832714" cy="36004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15C6F78-BB24-CFB4-187B-CFB69DAA8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8" y="3984359"/>
            <a:ext cx="4655298" cy="287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18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9432F72-C29C-9331-5CD3-ABE999FC8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7" y="0"/>
            <a:ext cx="6060057" cy="8730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A9DF89D-786F-FFD5-941C-7BED4EA65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7" y="873060"/>
            <a:ext cx="5272179" cy="325906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41C7A37-C5D7-42D9-7A54-A045F142D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58" y="4052774"/>
            <a:ext cx="4789100" cy="280522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2D2D932-1784-7BF0-9755-77E98247817B}"/>
              </a:ext>
            </a:extLst>
          </p:cNvPr>
          <p:cNvSpPr/>
          <p:nvPr/>
        </p:nvSpPr>
        <p:spPr>
          <a:xfrm>
            <a:off x="7366957" y="2743200"/>
            <a:ext cx="2579299" cy="9144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Zu wenig Daten für </a:t>
            </a:r>
            <a:r>
              <a:rPr lang="de-DE" dirty="0" err="1"/>
              <a:t>Lineplot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168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D20ABFB-189C-647D-02FE-0B49B410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0" y="0"/>
            <a:ext cx="6069582" cy="84050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F647998-FA9F-B87C-4C2D-BE09DB8B2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" y="840502"/>
            <a:ext cx="5468627" cy="33805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F7CAF68-E220-FF17-0EAE-96DBA879D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439" y="3502325"/>
            <a:ext cx="5744632" cy="33556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CF0EE9-58E2-219C-B257-D48E549A4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508" y="0"/>
            <a:ext cx="5863487" cy="3429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899EDDF-9AC4-6F99-76CD-FD5A254D4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2" y="4170412"/>
            <a:ext cx="4465428" cy="265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8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Breitbild</PresentationFormat>
  <Paragraphs>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7</cp:revision>
  <dcterms:created xsi:type="dcterms:W3CDTF">2024-05-29T13:52:06Z</dcterms:created>
  <dcterms:modified xsi:type="dcterms:W3CDTF">2024-07-31T09:19:11Z</dcterms:modified>
</cp:coreProperties>
</file>