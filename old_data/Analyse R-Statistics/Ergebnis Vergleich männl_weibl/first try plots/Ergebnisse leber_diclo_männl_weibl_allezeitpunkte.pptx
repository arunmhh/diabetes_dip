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0A43E-B170-A2B3-A8CE-41671D6C0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6EF4027-81C6-F142-6690-6DC87BAAC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FCFD16-B8E6-418A-BD27-69B64B5D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7E6D07-50BB-4203-C9D1-3EBDC384B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E8E436-B81A-6192-2CBB-39537AC1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197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AAF915-7CDA-ACF3-229C-DD09B45F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ABB09A-DDFD-0E51-F35A-3CBA7D29A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79814B-7809-1708-1882-611D678A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E95EC4-A71A-2920-F482-877045CB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6AFA01-35FC-54BC-C1D8-98BDD79D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11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06BDA-2BB6-3019-73BC-1EB14B80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A5B887-E1E1-FD02-E549-5A732BFD7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807FD5-D979-9D7E-64F7-79DA5507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9B842E-B709-4D48-1FDF-3620B8CA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D5DE90-682A-6957-C350-B1C47563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089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F6724-0662-946C-04A2-A75927AD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652331-2D3A-37AB-AF4A-32856ACF6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468EAC-F82F-045D-BD67-13FA3A6B4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967BD6-C82E-20B0-2C3B-07196121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DE7682-692F-36D8-F00E-3368D8D99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96AFDB-0DF9-6677-92BA-9973C462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23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DB554-E97C-4031-10BD-70632038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E11121-7070-03C5-9BFC-225F72446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C715CF-A04D-06A1-E09A-6692127A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81C50ED-AED8-6D7C-8852-64A4232CD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00B42AB-4ECE-BAB2-FE46-B917E799B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F8487D5-EF30-6F4E-A8E5-D351B167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D5EE3FB-9D76-1693-E6A5-204CD3BD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17900A-7A52-5090-E843-23D8647A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966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C8B0A-5577-A87E-D5E5-C786C150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042560-7611-684B-68BF-BEF67145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4B8A5F-A557-1290-B8B3-F24D97ED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AF36C6-6541-42B6-B59B-0EF1AE7A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20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F3C575-5895-8BD3-26FD-C1CDBA72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68AFB24-F9B7-255B-0EBC-5189A344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C6AB45-1363-CEB5-3C5D-31751121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86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88681B-E882-B0F8-0457-B555BED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8D1FC5-57AC-C8BA-E5D0-97C36C8EF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4E6BB9-D6EE-DCEA-A3C8-ED2182494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835E2F-9D9B-ACF9-3212-865EE53D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A82C0F-E17D-C973-64F3-B8E7BAAF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B34FC3-926E-870E-1298-52DF7C20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623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987F9-2D58-F4D5-283C-60FA0856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91709C-29DA-4CBF-D159-3F2749BCA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E2074C-35E8-5799-7250-49C52E683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988D3E-4AF2-23DD-5308-C9D0E387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840742-8C5B-E770-7518-E2CC9E16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5FBD45-E0BD-A923-F9E1-E5E929A9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74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CB323-9159-856A-95F8-FEB6057B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37FE9F-087B-AF0D-8040-E3BED94F9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398C63-0DC8-08E0-A471-4549BB07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234CF0-F98F-DA80-1C09-3BE62CC5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F4B55E-597D-7052-8915-19DA3994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788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6523910-E5E3-1F0A-776E-BD31340FB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39F651-B24D-36DC-2472-FF31E5D72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0D1E4C-F068-7CDB-0F62-EDE676F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C34D65-36B7-6A77-2FE1-5FD64BE0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C63BAC-C94E-DA5B-B023-4DF7EBBE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33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B41675F-B8ED-6865-7240-B1BAF253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F3DD7F-3338-7830-5EB8-6756DE735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BA5BC2-D1D2-4949-E6BE-A91886BCF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7BC70-B3D8-474E-A870-7DB69C306FCC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F17D00-DEA5-E4DB-6D58-2B6E0944C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A8228C-B42B-1466-228B-67E62F9FB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46C37-1151-448B-9095-E5E38365F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702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595EC3A7-D708-AC25-474F-188AC8BDE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746921"/>
              </p:ext>
            </p:extLst>
          </p:nvPr>
        </p:nvGraphicFramePr>
        <p:xfrm>
          <a:off x="376069" y="281314"/>
          <a:ext cx="4282195" cy="1194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6439">
                  <a:extLst>
                    <a:ext uri="{9D8B030D-6E8A-4147-A177-3AD203B41FA5}">
                      <a16:colId xmlns:a16="http://schemas.microsoft.com/office/drawing/2014/main" val="1075914188"/>
                    </a:ext>
                  </a:extLst>
                </a:gridCol>
                <a:gridCol w="856439">
                  <a:extLst>
                    <a:ext uri="{9D8B030D-6E8A-4147-A177-3AD203B41FA5}">
                      <a16:colId xmlns:a16="http://schemas.microsoft.com/office/drawing/2014/main" val="2610122536"/>
                    </a:ext>
                  </a:extLst>
                </a:gridCol>
                <a:gridCol w="856439">
                  <a:extLst>
                    <a:ext uri="{9D8B030D-6E8A-4147-A177-3AD203B41FA5}">
                      <a16:colId xmlns:a16="http://schemas.microsoft.com/office/drawing/2014/main" val="3461234948"/>
                    </a:ext>
                  </a:extLst>
                </a:gridCol>
                <a:gridCol w="856439">
                  <a:extLst>
                    <a:ext uri="{9D8B030D-6E8A-4147-A177-3AD203B41FA5}">
                      <a16:colId xmlns:a16="http://schemas.microsoft.com/office/drawing/2014/main" val="1257952300"/>
                    </a:ext>
                  </a:extLst>
                </a:gridCol>
                <a:gridCol w="856439">
                  <a:extLst>
                    <a:ext uri="{9D8B030D-6E8A-4147-A177-3AD203B41FA5}">
                      <a16:colId xmlns:a16="http://schemas.microsoft.com/office/drawing/2014/main" val="3049848577"/>
                    </a:ext>
                  </a:extLst>
                </a:gridCol>
              </a:tblGrid>
              <a:tr h="402157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 err="1">
                          <a:effectLst/>
                        </a:rPr>
                        <a:t>gender</a:t>
                      </a:r>
                      <a:endParaRPr lang="de-DE" dirty="0">
                        <a:effectLst/>
                      </a:endParaRPr>
                    </a:p>
                    <a:p>
                      <a:pPr algn="l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chr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4074919268"/>
                  </a:ext>
                </a:extLst>
              </a:tr>
              <a:tr h="122984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0.8058209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1.897277e-10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105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954675088"/>
                  </a:ext>
                </a:extLst>
              </a:tr>
              <a:tr h="122984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0.7171337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1.404412e-11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707426863"/>
                  </a:ext>
                </a:extLst>
              </a:tr>
              <a:tr h="122984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0.7506731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2.022462e-02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688313989"/>
                  </a:ext>
                </a:extLst>
              </a:tr>
            </a:tbl>
          </a:graphicData>
        </a:graphic>
      </p:graphicFrame>
      <p:pic>
        <p:nvPicPr>
          <p:cNvPr id="2" name="Grafik 1">
            <a:extLst>
              <a:ext uri="{FF2B5EF4-FFF2-40B4-BE49-F238E27FC236}">
                <a16:creationId xmlns:a16="http://schemas.microsoft.com/office/drawing/2014/main" id="{54795DD1-6F3B-42D2-692D-BA81C269B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51" y="3484950"/>
            <a:ext cx="5464564" cy="337305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0DCC403-FC7C-5FD2-7245-63F1F0DF1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45" y="260911"/>
            <a:ext cx="5041870" cy="31121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CF35158-6B3A-B1AA-2299-F46061FAC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324" y="4214777"/>
            <a:ext cx="4282195" cy="26432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B9502B4-82C4-FD8A-61B3-4A6209C4F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038" y="1544164"/>
            <a:ext cx="4282195" cy="264622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83572B18-0600-52D7-627C-29B69002E6B6}"/>
              </a:ext>
            </a:extLst>
          </p:cNvPr>
          <p:cNvSpPr/>
          <p:nvPr/>
        </p:nvSpPr>
        <p:spPr>
          <a:xfrm>
            <a:off x="1299714" y="4450242"/>
            <a:ext cx="3197072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70C0"/>
                </a:solidFill>
              </a:rPr>
              <a:t>Add </a:t>
            </a:r>
            <a:r>
              <a:rPr lang="de-DE" dirty="0" err="1">
                <a:solidFill>
                  <a:srgbClr val="0070C0"/>
                </a:solidFill>
              </a:rPr>
              <a:t>dots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for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single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datapoints</a:t>
            </a:r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headlines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necessary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CA6095E-F4CA-7DE4-BCF3-BAE98F2E31CE}"/>
              </a:ext>
            </a:extLst>
          </p:cNvPr>
          <p:cNvSpPr/>
          <p:nvPr/>
        </p:nvSpPr>
        <p:spPr>
          <a:xfrm>
            <a:off x="8232477" y="3275986"/>
            <a:ext cx="3197072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70C0"/>
                </a:solidFill>
              </a:rPr>
              <a:t>Add </a:t>
            </a:r>
            <a:r>
              <a:rPr lang="de-DE" dirty="0" err="1">
                <a:solidFill>
                  <a:srgbClr val="0070C0"/>
                </a:solidFill>
              </a:rPr>
              <a:t>number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of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measurements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as</a:t>
            </a:r>
            <a:r>
              <a:rPr lang="de-DE" dirty="0">
                <a:solidFill>
                  <a:srgbClr val="0070C0"/>
                </a:solidFill>
              </a:rPr>
              <a:t> „N=„ </a:t>
            </a:r>
            <a:r>
              <a:rPr lang="de-DE" dirty="0" err="1">
                <a:solidFill>
                  <a:srgbClr val="0070C0"/>
                </a:solidFill>
              </a:rPr>
              <a:t>to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each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point</a:t>
            </a:r>
            <a:endParaRPr lang="de-D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342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B2B6936-5FBF-13BE-173F-A9B663FCF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97" y="1325163"/>
            <a:ext cx="4681788" cy="2893154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3A7BB90-6DA5-1F1D-F17D-F8980DA97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092010"/>
              </p:ext>
            </p:extLst>
          </p:nvPr>
        </p:nvGraphicFramePr>
        <p:xfrm>
          <a:off x="182592" y="87654"/>
          <a:ext cx="5913410" cy="1194435"/>
        </p:xfrm>
        <a:graphic>
          <a:graphicData uri="http://schemas.openxmlformats.org/drawingml/2006/table">
            <a:tbl>
              <a:tblPr/>
              <a:tblGrid>
                <a:gridCol w="1182682">
                  <a:extLst>
                    <a:ext uri="{9D8B030D-6E8A-4147-A177-3AD203B41FA5}">
                      <a16:colId xmlns:a16="http://schemas.microsoft.com/office/drawing/2014/main" val="4056106001"/>
                    </a:ext>
                  </a:extLst>
                </a:gridCol>
                <a:gridCol w="1182682">
                  <a:extLst>
                    <a:ext uri="{9D8B030D-6E8A-4147-A177-3AD203B41FA5}">
                      <a16:colId xmlns:a16="http://schemas.microsoft.com/office/drawing/2014/main" val="460838328"/>
                    </a:ext>
                  </a:extLst>
                </a:gridCol>
                <a:gridCol w="1182682">
                  <a:extLst>
                    <a:ext uri="{9D8B030D-6E8A-4147-A177-3AD203B41FA5}">
                      <a16:colId xmlns:a16="http://schemas.microsoft.com/office/drawing/2014/main" val="532777882"/>
                    </a:ext>
                  </a:extLst>
                </a:gridCol>
                <a:gridCol w="1182682">
                  <a:extLst>
                    <a:ext uri="{9D8B030D-6E8A-4147-A177-3AD203B41FA5}">
                      <a16:colId xmlns:a16="http://schemas.microsoft.com/office/drawing/2014/main" val="2240973102"/>
                    </a:ext>
                  </a:extLst>
                </a:gridCol>
                <a:gridCol w="1182682">
                  <a:extLst>
                    <a:ext uri="{9D8B030D-6E8A-4147-A177-3AD203B41FA5}">
                      <a16:colId xmlns:a16="http://schemas.microsoft.com/office/drawing/2014/main" val="773605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4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0.6552554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9.205710e-14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97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563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0.2516759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5.561552e-19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693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 dirty="0" err="1">
                          <a:effectLst/>
                        </a:rPr>
                        <a:t>Unknown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0.8668231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2.537967e-01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091712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77B9DDC1-EFC1-C904-2893-11766EA76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"/>
            <a:ext cx="5913410" cy="365565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3B13393-DE49-C266-D1A3-EC4E394C7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845" y="3497129"/>
            <a:ext cx="5442099" cy="336087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F51A1E7-26CD-FF4D-6095-F8EF3EC0C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21" y="4338078"/>
            <a:ext cx="3987740" cy="246521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002BEB4A-71F2-48C9-0DFB-FA19A8F2100A}"/>
              </a:ext>
            </a:extLst>
          </p:cNvPr>
          <p:cNvSpPr/>
          <p:nvPr/>
        </p:nvSpPr>
        <p:spPr>
          <a:xfrm>
            <a:off x="2199961" y="2906598"/>
            <a:ext cx="3197072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Change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visibility</a:t>
            </a:r>
            <a:r>
              <a:rPr lang="de-DE" dirty="0"/>
              <a:t> -&gt; not possible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auto-</a:t>
            </a:r>
            <a:r>
              <a:rPr lang="de-DE" dirty="0" err="1"/>
              <a:t>generated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099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BEEE0AA-0220-2055-3BE6-9E5FB89C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91" y="196071"/>
            <a:ext cx="5347449" cy="80459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A1E5E80-D566-3A2B-3A1A-D9DD1189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26" y="1238326"/>
            <a:ext cx="4994692" cy="308660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214F951-A018-0258-D270-78D57CC3C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063" y="3670558"/>
            <a:ext cx="5160209" cy="31874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CAC026D-0BC9-E09B-A823-297685B5F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063" y="0"/>
            <a:ext cx="5160210" cy="31874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2331996-21AB-7F92-3DB2-47BFA35CEA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27" y="4146572"/>
            <a:ext cx="4389582" cy="271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4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1874B705-26A8-9297-0B0A-3099C8D95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237660"/>
              </p:ext>
            </p:extLst>
          </p:nvPr>
        </p:nvGraphicFramePr>
        <p:xfrm>
          <a:off x="450012" y="129396"/>
          <a:ext cx="4665455" cy="1003935"/>
        </p:xfrm>
        <a:graphic>
          <a:graphicData uri="http://schemas.openxmlformats.org/drawingml/2006/table">
            <a:tbl>
              <a:tblPr/>
              <a:tblGrid>
                <a:gridCol w="933091">
                  <a:extLst>
                    <a:ext uri="{9D8B030D-6E8A-4147-A177-3AD203B41FA5}">
                      <a16:colId xmlns:a16="http://schemas.microsoft.com/office/drawing/2014/main" val="2082248002"/>
                    </a:ext>
                  </a:extLst>
                </a:gridCol>
                <a:gridCol w="933091">
                  <a:extLst>
                    <a:ext uri="{9D8B030D-6E8A-4147-A177-3AD203B41FA5}">
                      <a16:colId xmlns:a16="http://schemas.microsoft.com/office/drawing/2014/main" val="981723005"/>
                    </a:ext>
                  </a:extLst>
                </a:gridCol>
                <a:gridCol w="933091">
                  <a:extLst>
                    <a:ext uri="{9D8B030D-6E8A-4147-A177-3AD203B41FA5}">
                      <a16:colId xmlns:a16="http://schemas.microsoft.com/office/drawing/2014/main" val="3826760697"/>
                    </a:ext>
                  </a:extLst>
                </a:gridCol>
                <a:gridCol w="933091">
                  <a:extLst>
                    <a:ext uri="{9D8B030D-6E8A-4147-A177-3AD203B41FA5}">
                      <a16:colId xmlns:a16="http://schemas.microsoft.com/office/drawing/2014/main" val="2799450178"/>
                    </a:ext>
                  </a:extLst>
                </a:gridCol>
                <a:gridCol w="933091">
                  <a:extLst>
                    <a:ext uri="{9D8B030D-6E8A-4147-A177-3AD203B41FA5}">
                      <a16:colId xmlns:a16="http://schemas.microsoft.com/office/drawing/2014/main" val="959536589"/>
                    </a:ext>
                  </a:extLst>
                </a:gridCol>
              </a:tblGrid>
              <a:tr h="547829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 err="1">
                          <a:effectLst/>
                        </a:rPr>
                        <a:t>gender</a:t>
                      </a:r>
                      <a:endParaRPr lang="de-DE" dirty="0">
                        <a:effectLst/>
                      </a:endParaRPr>
                    </a:p>
                    <a:p>
                      <a:pPr algn="l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chr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688359"/>
                  </a:ext>
                </a:extLst>
              </a:tr>
              <a:tr h="167532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0.4984236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2.232672e-05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61035"/>
                  </a:ext>
                </a:extLst>
              </a:tr>
              <a:tr h="167532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0.7592231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1.154068e-03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492108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72572E38-0BD3-15CD-34F0-F9E53433B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89" y="1133331"/>
            <a:ext cx="4880738" cy="301609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7DA7A89-692B-0BD1-A86F-E7F2F4C69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91" y="0"/>
            <a:ext cx="5444881" cy="33632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0D58831-DC57-F7C4-A6D7-1631C811A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391" y="3494718"/>
            <a:ext cx="5444881" cy="336328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1F4F655-275B-F76A-765B-FC0342C5A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27" y="4189200"/>
            <a:ext cx="4320571" cy="26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48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4AB46A6C-8BE6-12FE-C305-91F0490C1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56316"/>
              </p:ext>
            </p:extLst>
          </p:nvPr>
        </p:nvGraphicFramePr>
        <p:xfrm>
          <a:off x="265677" y="232915"/>
          <a:ext cx="5600285" cy="1003935"/>
        </p:xfrm>
        <a:graphic>
          <a:graphicData uri="http://schemas.openxmlformats.org/drawingml/2006/table">
            <a:tbl>
              <a:tblPr/>
              <a:tblGrid>
                <a:gridCol w="1120057">
                  <a:extLst>
                    <a:ext uri="{9D8B030D-6E8A-4147-A177-3AD203B41FA5}">
                      <a16:colId xmlns:a16="http://schemas.microsoft.com/office/drawing/2014/main" val="3343291322"/>
                    </a:ext>
                  </a:extLst>
                </a:gridCol>
                <a:gridCol w="1120057">
                  <a:extLst>
                    <a:ext uri="{9D8B030D-6E8A-4147-A177-3AD203B41FA5}">
                      <a16:colId xmlns:a16="http://schemas.microsoft.com/office/drawing/2014/main" val="629238427"/>
                    </a:ext>
                  </a:extLst>
                </a:gridCol>
                <a:gridCol w="1120057">
                  <a:extLst>
                    <a:ext uri="{9D8B030D-6E8A-4147-A177-3AD203B41FA5}">
                      <a16:colId xmlns:a16="http://schemas.microsoft.com/office/drawing/2014/main" val="3432008633"/>
                    </a:ext>
                  </a:extLst>
                </a:gridCol>
                <a:gridCol w="1120057">
                  <a:extLst>
                    <a:ext uri="{9D8B030D-6E8A-4147-A177-3AD203B41FA5}">
                      <a16:colId xmlns:a16="http://schemas.microsoft.com/office/drawing/2014/main" val="3352533664"/>
                    </a:ext>
                  </a:extLst>
                </a:gridCol>
                <a:gridCol w="1120057">
                  <a:extLst>
                    <a:ext uri="{9D8B030D-6E8A-4147-A177-3AD203B41FA5}">
                      <a16:colId xmlns:a16="http://schemas.microsoft.com/office/drawing/2014/main" val="2060648376"/>
                    </a:ext>
                  </a:extLst>
                </a:gridCol>
              </a:tblGrid>
              <a:tr h="599495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124034"/>
                  </a:ext>
                </a:extLst>
              </a:tr>
              <a:tr h="183332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0.5448737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8.286363e-06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685233"/>
                  </a:ext>
                </a:extLst>
              </a:tr>
              <a:tr h="183332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0.8428090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2.302316e-02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020172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0ABA14EA-88D2-4594-C660-6891ECBA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67" y="1236851"/>
            <a:ext cx="4863486" cy="300543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351273-2075-2066-D8B1-557448424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221" y="3623094"/>
            <a:ext cx="5237051" cy="323490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947FB4A-8978-0959-BB49-3846164C1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30" y="4246866"/>
            <a:ext cx="4342272" cy="261113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D2E0DFA-3912-6A6D-23FF-6A642C993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220" y="0"/>
            <a:ext cx="5388149" cy="324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9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16EDD02D-90DC-0B63-6846-5A21E9CF2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087773"/>
              </p:ext>
            </p:extLst>
          </p:nvPr>
        </p:nvGraphicFramePr>
        <p:xfrm>
          <a:off x="282976" y="0"/>
          <a:ext cx="5639315" cy="10039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7863">
                  <a:extLst>
                    <a:ext uri="{9D8B030D-6E8A-4147-A177-3AD203B41FA5}">
                      <a16:colId xmlns:a16="http://schemas.microsoft.com/office/drawing/2014/main" val="867277676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4273044990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158854111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3111543019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1950534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 err="1">
                          <a:effectLst/>
                        </a:rPr>
                        <a:t>statistic</a:t>
                      </a:r>
                      <a:endParaRPr lang="de-DE" dirty="0">
                        <a:effectLst/>
                      </a:endParaRPr>
                    </a:p>
                    <a:p>
                      <a:pPr algn="r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dbl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652169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0.7792670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1.463744e-03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665000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0.4091198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4.090481e-07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991016421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EC3EC9EE-F8C9-BD86-3E59-0FB66BC71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" y="1093042"/>
            <a:ext cx="5183398" cy="320065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0C71F56-9778-1AE3-F36B-529FFAABF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0"/>
            <a:ext cx="5833408" cy="36058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A722EB8-1ECE-B55A-C817-66AE09B93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920" y="3437168"/>
            <a:ext cx="5534103" cy="342083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B338029-12FE-2A2A-CAA9-3F0FA5DEF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81" y="4275058"/>
            <a:ext cx="4178594" cy="258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8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F420997-EF70-1CA8-EB35-C08AB0009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402328"/>
              </p:ext>
            </p:extLst>
          </p:nvPr>
        </p:nvGraphicFramePr>
        <p:xfrm>
          <a:off x="144953" y="0"/>
          <a:ext cx="5639315" cy="1194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7863">
                  <a:extLst>
                    <a:ext uri="{9D8B030D-6E8A-4147-A177-3AD203B41FA5}">
                      <a16:colId xmlns:a16="http://schemas.microsoft.com/office/drawing/2014/main" val="489119362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1475825390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3714207952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2657944370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2303112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1031627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0.9020908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0.0019123831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41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40083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0.8623446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0.0003097419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37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812865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4249992307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C1C98184-C5BE-B29C-7051-2CB5890DB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02528"/>
            <a:ext cx="4770407" cy="294563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A63531F-77B4-3E24-23DE-58BE71E8B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921" y="3437320"/>
            <a:ext cx="5535192" cy="342068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472B19A-B94A-2800-06A9-6505B9E74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921" y="0"/>
            <a:ext cx="5535192" cy="34195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807163D-5BDD-9719-D32F-72D9DE1A0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0" y="4272443"/>
            <a:ext cx="4196878" cy="258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5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56C2688-8FA8-7C8F-FE83-A7CE456DF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931420"/>
              </p:ext>
            </p:extLst>
          </p:nvPr>
        </p:nvGraphicFramePr>
        <p:xfrm>
          <a:off x="304285" y="39861"/>
          <a:ext cx="5639315" cy="1194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7863">
                  <a:extLst>
                    <a:ext uri="{9D8B030D-6E8A-4147-A177-3AD203B41FA5}">
                      <a16:colId xmlns:a16="http://schemas.microsoft.com/office/drawing/2014/main" val="3794546580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1773777538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2802257896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1245264529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697921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 err="1">
                          <a:effectLst/>
                        </a:rPr>
                        <a:t>gender</a:t>
                      </a:r>
                      <a:endParaRPr lang="de-DE" dirty="0">
                        <a:effectLst/>
                      </a:endParaRPr>
                    </a:p>
                    <a:p>
                      <a:pPr algn="l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chr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1684075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0.8725314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5.351648e-07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42972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0.8671436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7.577154e-06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62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274944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0.8224498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9.265626e-02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728825754"/>
                  </a:ext>
                </a:extLst>
              </a:tr>
            </a:tbl>
          </a:graphicData>
        </a:graphic>
      </p:graphicFrame>
      <p:sp>
        <p:nvSpPr>
          <p:cNvPr id="3" name="AutoShape 2">
            <a:extLst>
              <a:ext uri="{FF2B5EF4-FFF2-40B4-BE49-F238E27FC236}">
                <a16:creationId xmlns:a16="http://schemas.microsoft.com/office/drawing/2014/main" id="{68B2BA8B-E639-65C5-0115-00D909E307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5E8B2F7-6EF5-9720-56C7-1D42F2A4F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9" y="1234296"/>
            <a:ext cx="4874480" cy="30099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80DA34A-02E9-3A6E-A7E0-0A02B23D1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958" y="3429000"/>
            <a:ext cx="5553771" cy="3429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9781C3F-6F5F-A6D2-CA17-FB9F21533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147" y="23813"/>
            <a:ext cx="5639315" cy="340854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4798D6B-99D6-0A96-7D29-A58AE7098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0" y="4195813"/>
            <a:ext cx="4508323" cy="272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38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1199F900-699F-8D03-6CED-79602BF8C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950704"/>
              </p:ext>
            </p:extLst>
          </p:nvPr>
        </p:nvGraphicFramePr>
        <p:xfrm>
          <a:off x="173966" y="1"/>
          <a:ext cx="4794850" cy="1003935"/>
        </p:xfrm>
        <a:graphic>
          <a:graphicData uri="http://schemas.openxmlformats.org/drawingml/2006/table">
            <a:tbl>
              <a:tblPr/>
              <a:tblGrid>
                <a:gridCol w="958970">
                  <a:extLst>
                    <a:ext uri="{9D8B030D-6E8A-4147-A177-3AD203B41FA5}">
                      <a16:colId xmlns:a16="http://schemas.microsoft.com/office/drawing/2014/main" val="279162568"/>
                    </a:ext>
                  </a:extLst>
                </a:gridCol>
                <a:gridCol w="958970">
                  <a:extLst>
                    <a:ext uri="{9D8B030D-6E8A-4147-A177-3AD203B41FA5}">
                      <a16:colId xmlns:a16="http://schemas.microsoft.com/office/drawing/2014/main" val="286845167"/>
                    </a:ext>
                  </a:extLst>
                </a:gridCol>
                <a:gridCol w="958970">
                  <a:extLst>
                    <a:ext uri="{9D8B030D-6E8A-4147-A177-3AD203B41FA5}">
                      <a16:colId xmlns:a16="http://schemas.microsoft.com/office/drawing/2014/main" val="3510332689"/>
                    </a:ext>
                  </a:extLst>
                </a:gridCol>
                <a:gridCol w="958970">
                  <a:extLst>
                    <a:ext uri="{9D8B030D-6E8A-4147-A177-3AD203B41FA5}">
                      <a16:colId xmlns:a16="http://schemas.microsoft.com/office/drawing/2014/main" val="1681636982"/>
                    </a:ext>
                  </a:extLst>
                </a:gridCol>
                <a:gridCol w="958970">
                  <a:extLst>
                    <a:ext uri="{9D8B030D-6E8A-4147-A177-3AD203B41FA5}">
                      <a16:colId xmlns:a16="http://schemas.microsoft.com/office/drawing/2014/main" val="598415447"/>
                    </a:ext>
                  </a:extLst>
                </a:gridCol>
              </a:tblGrid>
              <a:tr h="58879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010870"/>
                  </a:ext>
                </a:extLst>
              </a:tr>
              <a:tr h="180058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0.6377594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0.0001414814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307338"/>
                  </a:ext>
                </a:extLst>
              </a:tr>
              <a:tr h="180058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0.9428881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0.6397015610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190314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6757724D-BDDC-B15D-FCCE-71CB5A554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03936"/>
            <a:ext cx="4968816" cy="306815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5D49590-26CA-E53E-D763-022CDBA1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019" y="0"/>
            <a:ext cx="5434915" cy="335793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D359F54-5DE9-522E-EE1A-EE21DF172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097" y="3500065"/>
            <a:ext cx="5544278" cy="320077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34792B2-8A7F-3F2B-1C9C-82EB3DED4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51" y="4086760"/>
            <a:ext cx="4658266" cy="271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7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8D98BB9D-7F9B-5E6E-E9CB-93741DACD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012819"/>
              </p:ext>
            </p:extLst>
          </p:nvPr>
        </p:nvGraphicFramePr>
        <p:xfrm>
          <a:off x="122208" y="0"/>
          <a:ext cx="5579850" cy="1216324"/>
        </p:xfrm>
        <a:graphic>
          <a:graphicData uri="http://schemas.openxmlformats.org/drawingml/2006/table">
            <a:tbl>
              <a:tblPr/>
              <a:tblGrid>
                <a:gridCol w="1115970">
                  <a:extLst>
                    <a:ext uri="{9D8B030D-6E8A-4147-A177-3AD203B41FA5}">
                      <a16:colId xmlns:a16="http://schemas.microsoft.com/office/drawing/2014/main" val="3710512326"/>
                    </a:ext>
                  </a:extLst>
                </a:gridCol>
                <a:gridCol w="1115970">
                  <a:extLst>
                    <a:ext uri="{9D8B030D-6E8A-4147-A177-3AD203B41FA5}">
                      <a16:colId xmlns:a16="http://schemas.microsoft.com/office/drawing/2014/main" val="1573251761"/>
                    </a:ext>
                  </a:extLst>
                </a:gridCol>
                <a:gridCol w="1115970">
                  <a:extLst>
                    <a:ext uri="{9D8B030D-6E8A-4147-A177-3AD203B41FA5}">
                      <a16:colId xmlns:a16="http://schemas.microsoft.com/office/drawing/2014/main" val="2024580557"/>
                    </a:ext>
                  </a:extLst>
                </a:gridCol>
                <a:gridCol w="1115970">
                  <a:extLst>
                    <a:ext uri="{9D8B030D-6E8A-4147-A177-3AD203B41FA5}">
                      <a16:colId xmlns:a16="http://schemas.microsoft.com/office/drawing/2014/main" val="1284076046"/>
                    </a:ext>
                  </a:extLst>
                </a:gridCol>
                <a:gridCol w="1115970">
                  <a:extLst>
                    <a:ext uri="{9D8B030D-6E8A-4147-A177-3AD203B41FA5}">
                      <a16:colId xmlns:a16="http://schemas.microsoft.com/office/drawing/2014/main" val="1835171193"/>
                    </a:ext>
                  </a:extLst>
                </a:gridCol>
              </a:tblGrid>
              <a:tr h="634351">
                <a:tc>
                  <a:txBody>
                    <a:bodyPr/>
                    <a:lstStyle/>
                    <a:p>
                      <a:pPr algn="l"/>
                      <a:r>
                        <a:rPr lang="de-DE" dirty="0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chr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550659"/>
                  </a:ext>
                </a:extLst>
              </a:tr>
              <a:tr h="193991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0.9849471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0.75933877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762395"/>
                  </a:ext>
                </a:extLst>
              </a:tr>
              <a:tr h="193991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0.8935505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0.00499436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016278"/>
                  </a:ext>
                </a:extLst>
              </a:tr>
              <a:tr h="193991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1.00000000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736953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F3D670D5-B9A1-01B8-26BB-CA10848B1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16324"/>
            <a:ext cx="4433976" cy="273789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5F1F378-6380-3340-C47A-904299F13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0"/>
            <a:ext cx="5883033" cy="36322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DC3D986-56C9-FA2B-F91A-097B060E6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932" y="3312542"/>
            <a:ext cx="5831344" cy="354545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0B359C1-F570-14C6-B3A2-1B1612007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08" y="3983191"/>
            <a:ext cx="4760343" cy="287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8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A1F925DE-BF63-29D3-A429-88B8BF718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032178"/>
              </p:ext>
            </p:extLst>
          </p:nvPr>
        </p:nvGraphicFramePr>
        <p:xfrm>
          <a:off x="265723" y="0"/>
          <a:ext cx="5639315" cy="1194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7863">
                  <a:extLst>
                    <a:ext uri="{9D8B030D-6E8A-4147-A177-3AD203B41FA5}">
                      <a16:colId xmlns:a16="http://schemas.microsoft.com/office/drawing/2014/main" val="2950987541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3526311532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1044548450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3541164149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2000591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 err="1">
                          <a:effectLst/>
                        </a:rPr>
                        <a:t>gender</a:t>
                      </a:r>
                      <a:endParaRPr lang="de-DE" dirty="0">
                        <a:effectLst/>
                      </a:endParaRPr>
                    </a:p>
                    <a:p>
                      <a:pPr algn="l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chr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1494842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0.7781218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4.304505e-07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48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4178166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0.9104027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2.030207e-03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829698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NA</a:t>
                      </a:r>
                      <a:endParaRPr lang="de-DE" sz="1000" i="1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NA</a:t>
                      </a:r>
                      <a:endParaRPr lang="de-DE" sz="1000" i="1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427708482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EEB259FD-97FD-24A7-36CD-DFFCDF8E0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7" y="1295433"/>
            <a:ext cx="4672777" cy="288535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F85F289-60FC-6D5C-6273-60F81C4B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139" y="0"/>
            <a:ext cx="5741137" cy="338408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4902B19-6541-7902-D31F-D2D7A87A0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139" y="3397220"/>
            <a:ext cx="5900604" cy="34607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BF6FDAF-4796-E7C6-4A76-12CCC8A15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7" y="4121308"/>
            <a:ext cx="4573316" cy="273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4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5E1EDA5-7791-4F58-39AE-1D80245CE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7" y="225095"/>
            <a:ext cx="5986283" cy="83156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26FE14E-2264-A02B-6FE0-4F75138F9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6659"/>
            <a:ext cx="5020574" cy="310251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CC7BF58-51C5-AB08-363C-5DD608B79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06" y="0"/>
            <a:ext cx="5855277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5C004CD-C10F-E2D6-272A-7925A5C1A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06" y="3393584"/>
            <a:ext cx="5611132" cy="346441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D48C255-67F4-B9B8-101B-D15DB36957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28" y="4127202"/>
            <a:ext cx="4422929" cy="273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42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267CAC88-5E2C-F8FF-13EC-CFC8524E2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71091"/>
              </p:ext>
            </p:extLst>
          </p:nvPr>
        </p:nvGraphicFramePr>
        <p:xfrm>
          <a:off x="456685" y="0"/>
          <a:ext cx="5639315" cy="10039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7863">
                  <a:extLst>
                    <a:ext uri="{9D8B030D-6E8A-4147-A177-3AD203B41FA5}">
                      <a16:colId xmlns:a16="http://schemas.microsoft.com/office/drawing/2014/main" val="1757114418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1836836983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4098565995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3738254396"/>
                    </a:ext>
                  </a:extLst>
                </a:gridCol>
                <a:gridCol w="1127863">
                  <a:extLst>
                    <a:ext uri="{9D8B030D-6E8A-4147-A177-3AD203B41FA5}">
                      <a16:colId xmlns:a16="http://schemas.microsoft.com/office/drawing/2014/main" val="437186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dirty="0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chr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49746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0.7923768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2.317181e-05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33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538585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0.6034078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1.160480e-08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650009016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6ACAD692-5D2D-80AF-B203-4F76C5F27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1" y="1174304"/>
            <a:ext cx="4591857" cy="283538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A36622A-B61D-2101-4C4A-3EC47FF25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579" y="3752490"/>
            <a:ext cx="5026355" cy="310550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DE774E2-F35B-5844-424F-E5F5CD3E9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26" y="219075"/>
            <a:ext cx="5100511" cy="288643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E946BEA-393A-0A39-3636-3C1CD74C3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204304"/>
            <a:ext cx="4341783" cy="253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3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BBBC085-2C67-B20A-29E4-C91A82C0E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46829"/>
            <a:ext cx="5510213" cy="81932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0F21042-2CCD-6959-CDAD-BD80F2AFE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8" y="966158"/>
            <a:ext cx="5510214" cy="340508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F38C6C2-07E7-0D2D-DFAE-61A9D9422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089" y="0"/>
            <a:ext cx="5230845" cy="323185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2DB6EE9-6214-A27A-16F8-5CD02E95C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089" y="3626148"/>
            <a:ext cx="5230845" cy="323185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B91CC3F-41D1-F9B8-047A-DEEC86E9C7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4342176"/>
            <a:ext cx="4279421" cy="251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2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66099F0-A07C-9473-9136-3202D10AA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377485"/>
              </p:ext>
            </p:extLst>
          </p:nvPr>
        </p:nvGraphicFramePr>
        <p:xfrm>
          <a:off x="269490" y="0"/>
          <a:ext cx="5562770" cy="10039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2554">
                  <a:extLst>
                    <a:ext uri="{9D8B030D-6E8A-4147-A177-3AD203B41FA5}">
                      <a16:colId xmlns:a16="http://schemas.microsoft.com/office/drawing/2014/main" val="1482602565"/>
                    </a:ext>
                  </a:extLst>
                </a:gridCol>
                <a:gridCol w="1112554">
                  <a:extLst>
                    <a:ext uri="{9D8B030D-6E8A-4147-A177-3AD203B41FA5}">
                      <a16:colId xmlns:a16="http://schemas.microsoft.com/office/drawing/2014/main" val="1404264687"/>
                    </a:ext>
                  </a:extLst>
                </a:gridCol>
                <a:gridCol w="1112554">
                  <a:extLst>
                    <a:ext uri="{9D8B030D-6E8A-4147-A177-3AD203B41FA5}">
                      <a16:colId xmlns:a16="http://schemas.microsoft.com/office/drawing/2014/main" val="1027192069"/>
                    </a:ext>
                  </a:extLst>
                </a:gridCol>
                <a:gridCol w="1112554">
                  <a:extLst>
                    <a:ext uri="{9D8B030D-6E8A-4147-A177-3AD203B41FA5}">
                      <a16:colId xmlns:a16="http://schemas.microsoft.com/office/drawing/2014/main" val="50456185"/>
                    </a:ext>
                  </a:extLst>
                </a:gridCol>
                <a:gridCol w="1112554">
                  <a:extLst>
                    <a:ext uri="{9D8B030D-6E8A-4147-A177-3AD203B41FA5}">
                      <a16:colId xmlns:a16="http://schemas.microsoft.com/office/drawing/2014/main" val="54778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304200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0.9221264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4.101349e-01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9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50677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0.5788528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4.206117e-06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18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460373499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720464E4-670F-827F-9800-F678327D9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04181"/>
            <a:ext cx="5003320" cy="308776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23050FE-23A0-B894-B341-4B28FBD6B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50" y="3554082"/>
            <a:ext cx="5347484" cy="330391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D04C0E0-D67E-0C0C-42BC-898CBDAA3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742" y="0"/>
            <a:ext cx="5672137" cy="33813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C42FA2C-8082-61EB-3A04-25E6E46A0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22" y="4148130"/>
            <a:ext cx="4386000" cy="270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29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B1ACD383-E867-FE89-50C8-A87607D6F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89624"/>
              </p:ext>
            </p:extLst>
          </p:nvPr>
        </p:nvGraphicFramePr>
        <p:xfrm>
          <a:off x="242072" y="0"/>
          <a:ext cx="5583100" cy="1194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6620">
                  <a:extLst>
                    <a:ext uri="{9D8B030D-6E8A-4147-A177-3AD203B41FA5}">
                      <a16:colId xmlns:a16="http://schemas.microsoft.com/office/drawing/2014/main" val="2030229543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2892233741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3952118870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2050739102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3952990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95216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0.8950202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0.0054262388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31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545121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0.7499858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0.0001238857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21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903443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 dirty="0" err="1">
                          <a:effectLst/>
                        </a:rPr>
                        <a:t>labreads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56035094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F12BA474-1CE6-C975-E074-037309CC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1" y="1349487"/>
            <a:ext cx="4967156" cy="3070863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29D8923-719C-8A5B-4EAE-6E14C33BEB3C}"/>
              </a:ext>
            </a:extLst>
          </p:cNvPr>
          <p:cNvSpPr/>
          <p:nvPr/>
        </p:nvSpPr>
        <p:spPr>
          <a:xfrm>
            <a:off x="7315199" y="2708694"/>
            <a:ext cx="3338423" cy="9144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Skalierung nicht sichtbar</a:t>
            </a:r>
          </a:p>
        </p:txBody>
      </p:sp>
    </p:spTree>
    <p:extLst>
      <p:ext uri="{BB962C8B-B14F-4D97-AF65-F5344CB8AC3E}">
        <p14:creationId xmlns:p14="http://schemas.microsoft.com/office/powerpoint/2010/main" val="1670341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AB9869D4-A41B-19AB-86FA-EA0B50134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298270"/>
              </p:ext>
            </p:extLst>
          </p:nvPr>
        </p:nvGraphicFramePr>
        <p:xfrm>
          <a:off x="448572" y="0"/>
          <a:ext cx="4856675" cy="1194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71335">
                  <a:extLst>
                    <a:ext uri="{9D8B030D-6E8A-4147-A177-3AD203B41FA5}">
                      <a16:colId xmlns:a16="http://schemas.microsoft.com/office/drawing/2014/main" val="3950233202"/>
                    </a:ext>
                  </a:extLst>
                </a:gridCol>
                <a:gridCol w="971335">
                  <a:extLst>
                    <a:ext uri="{9D8B030D-6E8A-4147-A177-3AD203B41FA5}">
                      <a16:colId xmlns:a16="http://schemas.microsoft.com/office/drawing/2014/main" val="3642531961"/>
                    </a:ext>
                  </a:extLst>
                </a:gridCol>
                <a:gridCol w="971335">
                  <a:extLst>
                    <a:ext uri="{9D8B030D-6E8A-4147-A177-3AD203B41FA5}">
                      <a16:colId xmlns:a16="http://schemas.microsoft.com/office/drawing/2014/main" val="586995403"/>
                    </a:ext>
                  </a:extLst>
                </a:gridCol>
                <a:gridCol w="971335">
                  <a:extLst>
                    <a:ext uri="{9D8B030D-6E8A-4147-A177-3AD203B41FA5}">
                      <a16:colId xmlns:a16="http://schemas.microsoft.com/office/drawing/2014/main" val="4147477372"/>
                    </a:ext>
                  </a:extLst>
                </a:gridCol>
                <a:gridCol w="971335">
                  <a:extLst>
                    <a:ext uri="{9D8B030D-6E8A-4147-A177-3AD203B41FA5}">
                      <a16:colId xmlns:a16="http://schemas.microsoft.com/office/drawing/2014/main" val="925092524"/>
                    </a:ext>
                  </a:extLst>
                </a:gridCol>
              </a:tblGrid>
              <a:tr h="381989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1931576264"/>
                  </a:ext>
                </a:extLst>
              </a:tr>
              <a:tr h="116816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 dirty="0" err="1">
                          <a:effectLst/>
                        </a:rPr>
                        <a:t>Female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0.9435821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0.094645408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32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108932630"/>
                  </a:ext>
                </a:extLst>
              </a:tr>
              <a:tr h="116816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 dirty="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0.8595466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0.001202776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29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697901899"/>
                  </a:ext>
                </a:extLst>
              </a:tr>
              <a:tr h="116816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0.9998684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0.978093852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300855619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D76B59E6-7780-53DF-211A-0C8C49F0F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435"/>
            <a:ext cx="4597879" cy="284256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5B75F50-94D5-D9EF-1F10-A1D7075FC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819" y="1"/>
            <a:ext cx="6316332" cy="371449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7C047FD-AD76-9229-AA81-90D74794C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534" y="3711623"/>
            <a:ext cx="5376053" cy="314637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D49331C-3C9A-C3F0-9D8A-0138E4CDD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7" y="4063174"/>
            <a:ext cx="4677674" cy="280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69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A27CF91F-CBC8-B726-4B58-D21FBE09D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001254"/>
              </p:ext>
            </p:extLst>
          </p:nvPr>
        </p:nvGraphicFramePr>
        <p:xfrm>
          <a:off x="336963" y="0"/>
          <a:ext cx="5583100" cy="1194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6620">
                  <a:extLst>
                    <a:ext uri="{9D8B030D-6E8A-4147-A177-3AD203B41FA5}">
                      <a16:colId xmlns:a16="http://schemas.microsoft.com/office/drawing/2014/main" val="3385546271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185166657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527072372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1355415804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31567669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979835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0.9479109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0.09774589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833624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0.9460710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0.20416230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556516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0.7500000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0.00000000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237532910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7580903D-9E1C-07B5-3A01-E47A0A950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11216"/>
            <a:ext cx="4606506" cy="284789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F339513-BDE8-2083-A776-A00AA645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39" y="0"/>
            <a:ext cx="5373995" cy="332029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7240BB-05FD-6EED-5866-5464DF245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938" y="3537702"/>
            <a:ext cx="5373995" cy="332029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B3245F2-E404-2772-D0B3-A826A7AF4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65" y="4114766"/>
            <a:ext cx="4440003" cy="274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3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CDAF2A9-D305-D94E-9EA2-9D1DF6B0B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688216"/>
              </p:ext>
            </p:extLst>
          </p:nvPr>
        </p:nvGraphicFramePr>
        <p:xfrm>
          <a:off x="104954" y="0"/>
          <a:ext cx="5346940" cy="1003935"/>
        </p:xfrm>
        <a:graphic>
          <a:graphicData uri="http://schemas.openxmlformats.org/drawingml/2006/table">
            <a:tbl>
              <a:tblPr/>
              <a:tblGrid>
                <a:gridCol w="1069388">
                  <a:extLst>
                    <a:ext uri="{9D8B030D-6E8A-4147-A177-3AD203B41FA5}">
                      <a16:colId xmlns:a16="http://schemas.microsoft.com/office/drawing/2014/main" val="3091986223"/>
                    </a:ext>
                  </a:extLst>
                </a:gridCol>
                <a:gridCol w="1069388">
                  <a:extLst>
                    <a:ext uri="{9D8B030D-6E8A-4147-A177-3AD203B41FA5}">
                      <a16:colId xmlns:a16="http://schemas.microsoft.com/office/drawing/2014/main" val="2288888204"/>
                    </a:ext>
                  </a:extLst>
                </a:gridCol>
                <a:gridCol w="1069388">
                  <a:extLst>
                    <a:ext uri="{9D8B030D-6E8A-4147-A177-3AD203B41FA5}">
                      <a16:colId xmlns:a16="http://schemas.microsoft.com/office/drawing/2014/main" val="2758355085"/>
                    </a:ext>
                  </a:extLst>
                </a:gridCol>
                <a:gridCol w="1069388">
                  <a:extLst>
                    <a:ext uri="{9D8B030D-6E8A-4147-A177-3AD203B41FA5}">
                      <a16:colId xmlns:a16="http://schemas.microsoft.com/office/drawing/2014/main" val="2024583393"/>
                    </a:ext>
                  </a:extLst>
                </a:gridCol>
                <a:gridCol w="1069388">
                  <a:extLst>
                    <a:ext uri="{9D8B030D-6E8A-4147-A177-3AD203B41FA5}">
                      <a16:colId xmlns:a16="http://schemas.microsoft.com/office/drawing/2014/main" val="3098349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526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0.9259265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0.33892642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69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0.8824683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0.04240402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97361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D0B7202A-7B55-3EAF-A090-DF08D0BDC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5" y="1003936"/>
            <a:ext cx="4967378" cy="3071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E01BA7B-E66E-C38B-3894-D67C90333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75" y="3429000"/>
            <a:ext cx="5549935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349DECA-3B27-D394-9F09-FED9B46C1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75" y="-1"/>
            <a:ext cx="5740250" cy="344704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AD71B83-3EBF-384C-D459-892EC9680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71" y="4123649"/>
            <a:ext cx="4425624" cy="273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00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3635341-2E51-40BB-F188-B1658AE58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92272"/>
              </p:ext>
            </p:extLst>
          </p:nvPr>
        </p:nvGraphicFramePr>
        <p:xfrm>
          <a:off x="216194" y="0"/>
          <a:ext cx="5583100" cy="10039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6620">
                  <a:extLst>
                    <a:ext uri="{9D8B030D-6E8A-4147-A177-3AD203B41FA5}">
                      <a16:colId xmlns:a16="http://schemas.microsoft.com/office/drawing/2014/main" val="2304133104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3976893804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3297315314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2856796252"/>
                    </a:ext>
                  </a:extLst>
                </a:gridCol>
                <a:gridCol w="1116620">
                  <a:extLst>
                    <a:ext uri="{9D8B030D-6E8A-4147-A177-3AD203B41FA5}">
                      <a16:colId xmlns:a16="http://schemas.microsoft.com/office/drawing/2014/main" val="1938269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val="2843686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0.9077867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0.06742676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19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828038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 dirty="0" err="1">
                          <a:effectLst/>
                        </a:rPr>
                        <a:t>labreads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0.9632789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0.61122088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20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715975442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55FE6882-D8C7-616A-B898-D984CF2C1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935"/>
            <a:ext cx="4848045" cy="299722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4125662-5994-3F1A-ECFD-38F0C4A70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13" y="0"/>
            <a:ext cx="5469421" cy="337925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F327F76-7F1E-EFFD-7634-9440DE7ED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513" y="3478744"/>
            <a:ext cx="5469421" cy="337925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E95F854-8572-D5FD-79DA-5CA12A27C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66" y="4045478"/>
            <a:ext cx="4552146" cy="281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13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30E6160F-5246-CD4C-529C-3BA7E54CD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17249"/>
              </p:ext>
            </p:extLst>
          </p:nvPr>
        </p:nvGraphicFramePr>
        <p:xfrm>
          <a:off x="225725" y="0"/>
          <a:ext cx="5053640" cy="1003935"/>
        </p:xfrm>
        <a:graphic>
          <a:graphicData uri="http://schemas.openxmlformats.org/drawingml/2006/table">
            <a:tbl>
              <a:tblPr/>
              <a:tblGrid>
                <a:gridCol w="1010728">
                  <a:extLst>
                    <a:ext uri="{9D8B030D-6E8A-4147-A177-3AD203B41FA5}">
                      <a16:colId xmlns:a16="http://schemas.microsoft.com/office/drawing/2014/main" val="1275482844"/>
                    </a:ext>
                  </a:extLst>
                </a:gridCol>
                <a:gridCol w="1010728">
                  <a:extLst>
                    <a:ext uri="{9D8B030D-6E8A-4147-A177-3AD203B41FA5}">
                      <a16:colId xmlns:a16="http://schemas.microsoft.com/office/drawing/2014/main" val="3549388325"/>
                    </a:ext>
                  </a:extLst>
                </a:gridCol>
                <a:gridCol w="1010728">
                  <a:extLst>
                    <a:ext uri="{9D8B030D-6E8A-4147-A177-3AD203B41FA5}">
                      <a16:colId xmlns:a16="http://schemas.microsoft.com/office/drawing/2014/main" val="1010486"/>
                    </a:ext>
                  </a:extLst>
                </a:gridCol>
                <a:gridCol w="1010728">
                  <a:extLst>
                    <a:ext uri="{9D8B030D-6E8A-4147-A177-3AD203B41FA5}">
                      <a16:colId xmlns:a16="http://schemas.microsoft.com/office/drawing/2014/main" val="1875319241"/>
                    </a:ext>
                  </a:extLst>
                </a:gridCol>
                <a:gridCol w="1010728">
                  <a:extLst>
                    <a:ext uri="{9D8B030D-6E8A-4147-A177-3AD203B41FA5}">
                      <a16:colId xmlns:a16="http://schemas.microsoft.com/office/drawing/2014/main" val="263538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dirty="0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chr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956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0.8821439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0.2361361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097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0.8982241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0.2418852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244780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7AAD2AE8-5D3A-F14C-8629-2DFB68093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" y="1007727"/>
            <a:ext cx="4738822" cy="292969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7A8BA91-D828-CB72-385C-122EE1ECE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549934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1B19399-62BD-7BDE-40C9-113FCA0FB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9934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5C3BBE0-4ABB-A74F-F329-4F3EB1721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49" y="3969084"/>
            <a:ext cx="4675792" cy="28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2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803EAAD-6AD9-4C91-727C-BB164823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221321"/>
            <a:ext cx="5886450" cy="67151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48A127A-6252-ADEB-23A5-3DC9AE807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05333"/>
            <a:ext cx="5590213" cy="345452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1175DC55-DC50-8CEB-4123-8038CF867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690" y="0"/>
            <a:ext cx="5591244" cy="34545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FDDBDCF-3921-40D5-2932-267951B6B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690" y="3403476"/>
            <a:ext cx="5591244" cy="34545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83B494A-47FF-FBA9-78B3-2EC029B68A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624" y="4567798"/>
            <a:ext cx="3706758" cy="22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Breitbild</PresentationFormat>
  <Paragraphs>410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lw-r</dc:creator>
  <cp:lastModifiedBy>lw-r</cp:lastModifiedBy>
  <cp:revision>22</cp:revision>
  <dcterms:created xsi:type="dcterms:W3CDTF">2024-05-28T16:44:33Z</dcterms:created>
  <dcterms:modified xsi:type="dcterms:W3CDTF">2024-08-01T18:37:27Z</dcterms:modified>
</cp:coreProperties>
</file>