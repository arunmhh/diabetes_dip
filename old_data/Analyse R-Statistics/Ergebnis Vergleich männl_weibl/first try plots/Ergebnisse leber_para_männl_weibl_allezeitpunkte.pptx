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11A028B-0979-9652-AA80-49889BA7B5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B1C092B-9BC8-861D-02AB-9B2DF2826F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3FB9D1-3A5D-BDBF-9A4F-89AAC0871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AD9A3-3AAF-4617-9720-1703BAD50409}" type="datetimeFigureOut">
              <a:rPr lang="de-DE" smtClean="0"/>
              <a:t>29.07.2024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DB6763-8168-E6D6-212E-6E6235339F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2A8B86-C079-36F9-E2C8-C0C56B2DC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B6C7-1A50-4401-8022-9ACAB10EA8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2147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3CBE16E-BA8B-53F0-046F-EB82D304D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6AD6A50-282C-792E-DB7C-025C026BB2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0E7C05-1B49-0EB7-BD2D-96C5DC462F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AD9A3-3AAF-4617-9720-1703BAD50409}" type="datetimeFigureOut">
              <a:rPr lang="de-DE" smtClean="0"/>
              <a:t>29.07.2024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28F0B02-E445-1552-BBD6-3E8378ECC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732A3B-2815-D23F-31CC-EDD5DF841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B6C7-1A50-4401-8022-9ACAB10EA8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6794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99381D-AE28-40C0-6C74-8D88C317ED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1C57BE1-6DDF-3416-9BA1-132FB1336C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0A48F45-00A8-2570-A29C-A1B412A77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AD9A3-3AAF-4617-9720-1703BAD50409}" type="datetimeFigureOut">
              <a:rPr lang="de-DE" smtClean="0"/>
              <a:t>29.07.2024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4FD028F-F52C-5D4D-FB2C-A0F2A4513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1A47EE-BACE-110E-0794-1ABA7AFE3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B6C7-1A50-4401-8022-9ACAB10EA8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4730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FE8C5B-9542-055F-4094-6AB9C7DF6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8084074-5F04-D65C-DACC-F3B62BCA35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913F078-C9FF-FF2B-5C83-C2E72ADFA2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4508A32-B285-DA52-196E-300E08DD4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AD9A3-3AAF-4617-9720-1703BAD50409}" type="datetimeFigureOut">
              <a:rPr lang="de-DE" smtClean="0"/>
              <a:t>29.07.2024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CBEA604-B3F9-0708-361D-BBB0C1A49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BEBF654-6804-3FF7-C859-B72F4506A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B6C7-1A50-4401-8022-9ACAB10EA8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40535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B1ACB1-24C8-A071-302D-D7868735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957197-B36A-67A3-7A8F-FB06A148E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37E4D8F-6FA2-F2AC-83E0-070E352700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4A88387-1F37-0873-265A-4CA96039A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856DE41-D9F5-13AF-96B5-A4EFE94AD1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69A20E0-2BDE-58AA-6BE0-631F29051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AD9A3-3AAF-4617-9720-1703BAD50409}" type="datetimeFigureOut">
              <a:rPr lang="de-DE" smtClean="0"/>
              <a:t>29.07.2024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ECD16E2-6A9E-0534-D004-7D4D0A338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1617EBE-01F7-170A-472B-6C710FCF3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B6C7-1A50-4401-8022-9ACAB10EA8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133955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A5EEA42-86BD-A346-DFBD-E63C5C359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34D6E8F9-310D-41B8-D9F2-03BA54C7D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AD9A3-3AAF-4617-9720-1703BAD50409}" type="datetimeFigureOut">
              <a:rPr lang="de-DE" smtClean="0"/>
              <a:t>29.07.2024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BE0B028-EBE9-CCEC-16B4-1B33F74B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29459BE-31D2-462A-D7D0-FDF7C9BFB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B6C7-1A50-4401-8022-9ACAB10EA8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6571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DDE4424-E48C-404D-B598-6937EEE93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AD9A3-3AAF-4617-9720-1703BAD50409}" type="datetimeFigureOut">
              <a:rPr lang="de-DE" smtClean="0"/>
              <a:t>29.07.2024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3DA0FC4-2268-4E8E-E7E7-22FB456E0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5B910EB-CD1C-C917-70EE-EB7AA5367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B6C7-1A50-4401-8022-9ACAB10EA8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0668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0D45C1-B920-9BF0-C07F-33ED5B07C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1676C41-E882-DF62-F2B0-BA36D55AFA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38FEDD3-3403-B56F-9480-6C77F55009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C807852-3624-22AB-09B5-604063171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AD9A3-3AAF-4617-9720-1703BAD50409}" type="datetimeFigureOut">
              <a:rPr lang="de-DE" smtClean="0"/>
              <a:t>29.07.2024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BFAA987-7C6A-A45D-4D56-8B818D038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75E8954-DADF-58FA-D67D-F64C2AEAE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B6C7-1A50-4401-8022-9ACAB10EA8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865234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DB5EAB-BEF3-CFD6-5009-B8A3508F7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C91DB18-5CDD-E827-B454-4821247AB7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8EB775A-3C8A-3CDF-E879-A24DB18620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B9693FD-3107-BF0C-5079-29B6A0C014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AD9A3-3AAF-4617-9720-1703BAD50409}" type="datetimeFigureOut">
              <a:rPr lang="de-DE" smtClean="0"/>
              <a:t>29.07.2024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D2420F0-2ADF-68E4-B5ED-AC3502788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91A39F6-2FF0-0AF9-DF82-F61E8F5B7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B6C7-1A50-4401-8022-9ACAB10EA8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110822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194E044-7C5C-A833-ED0E-1AC606E948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262638C-D43B-CBAD-A581-7AE2B586F3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DD0739-BA33-1AF4-EA76-B9000B81D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AD9A3-3AAF-4617-9720-1703BAD50409}" type="datetimeFigureOut">
              <a:rPr lang="de-DE" smtClean="0"/>
              <a:t>29.07.2024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DDEC94-1142-B19B-1286-027845CA6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2A3472F-A34E-63EA-E860-25137A105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B6C7-1A50-4401-8022-9ACAB10EA8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9785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8C9725D-8336-3DC2-9D48-2F09E3FDDA2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2CCDB75-9852-C30C-E345-6DF46E14A3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CD08F3D-58EA-24DB-2340-D24337BB7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0AD9A3-3AAF-4617-9720-1703BAD50409}" type="datetimeFigureOut">
              <a:rPr lang="de-DE" smtClean="0"/>
              <a:t>29.07.2024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9894F36-6F7C-431A-9611-A7B3F3D3D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02F42C5-098C-DE51-BF57-71D5534E6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12B6C7-1A50-4401-8022-9ACAB10EA8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9559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84698EEC-4283-8367-4F55-E0080ACFC9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340FD20-D3C4-AC01-6C44-E3CDF0BB83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4D5805D-67FB-B660-3AEB-79FBF44ABF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0AD9A3-3AAF-4617-9720-1703BAD50409}" type="datetimeFigureOut">
              <a:rPr lang="de-DE" smtClean="0"/>
              <a:t>29.07.2024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2CE1B7D-139E-506B-14F9-9C0F643569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3C21AC4-9096-96E7-C461-9EA7E0E5AE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12B6C7-1A50-4401-8022-9ACAB10EA83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236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BFA12045-D697-6D5A-45D0-6C006E309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17901" cy="825032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D060A957-34E3-49A6-B678-5884B2607F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073" y="825032"/>
            <a:ext cx="4640831" cy="2867661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BFAE1A58-ABD4-F4E3-9769-B8E2B8FAD5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8708" y="0"/>
            <a:ext cx="5796201" cy="358181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AD226919-E46B-33F4-010E-788C7B413D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8707" y="3276183"/>
            <a:ext cx="5796202" cy="3581816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1BFBEA15-453C-7D37-CEE8-DCE4DC83B63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090" y="3704422"/>
            <a:ext cx="5103212" cy="315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380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5510750-07A6-2F62-F598-780A6B025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86502" cy="72045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A6613060-59CC-7E8B-72C8-A5352B0F9E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0458"/>
            <a:ext cx="4882551" cy="3017024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347B849F-2233-BA96-0625-40E5922E2E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0082" y="0"/>
            <a:ext cx="5804827" cy="3587146"/>
          </a:xfrm>
          <a:prstGeom prst="rect">
            <a:avLst/>
          </a:prstGeom>
        </p:spPr>
      </p:pic>
      <p:pic>
        <p:nvPicPr>
          <p:cNvPr id="6" name="Grafik 5">
            <a:extLst>
              <a:ext uri="{FF2B5EF4-FFF2-40B4-BE49-F238E27FC236}">
                <a16:creationId xmlns:a16="http://schemas.microsoft.com/office/drawing/2014/main" id="{55CDFC85-80B1-BF55-B75D-C9D35F7436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3429000"/>
            <a:ext cx="5804828" cy="3372691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4D385169-3694-5127-734D-0AACDCE4C7B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090" y="3743848"/>
            <a:ext cx="5039412" cy="3114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5054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5412951-3870-2AA6-4BC1-CF27756E4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992842" cy="796517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4150A49-914F-A0A6-07B5-201E3C8EFD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96517"/>
            <a:ext cx="4718649" cy="2915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5189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F058C14-FB9A-05E7-27A5-B43E99E27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982" y="362939"/>
            <a:ext cx="5948543" cy="828436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5BCE805-231D-5D9C-A79E-11D4C6159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982" y="2329131"/>
            <a:ext cx="5371269" cy="331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3009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2C889B7-7908-5379-ADE5-1C8920A82D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781" y="285301"/>
            <a:ext cx="5836220" cy="80771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E9FF3AE-C9C2-6E4B-E5BA-87D7634A0B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781" y="3062198"/>
            <a:ext cx="5217993" cy="3224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713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A65EF0F4-7BF3-5D25-BB24-2210474E3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289" y="416495"/>
            <a:ext cx="5809711" cy="78889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8A47748E-C628-8E6B-A19B-46C0040FE6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6289" y="1485900"/>
            <a:ext cx="5536541" cy="3421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533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C39EC32-2484-7BB5-A5A2-F8693E1101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23" y="392682"/>
            <a:ext cx="5767477" cy="81180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650FC5BF-76CA-884F-0BF2-1D7A47199B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523" y="1485900"/>
            <a:ext cx="5451175" cy="336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065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301812A-36D2-F70F-524B-5CD41C4F85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827" y="207663"/>
            <a:ext cx="5410739" cy="75117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54E4282E-E655-330B-EFF6-AA0135371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398" y="1244360"/>
            <a:ext cx="5144848" cy="3179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53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95532616-34D5-8F16-B35B-8D469B7E5E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764" y="342091"/>
            <a:ext cx="5649583" cy="83675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E408657-8A2F-09BC-8DED-64F1994E13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6765" y="1313372"/>
            <a:ext cx="5373538" cy="332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499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E9A3AD42-AFFE-62C3-E793-5C93F56302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656" y="297791"/>
            <a:ext cx="5852484" cy="815211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E77DEA7-E681-B0AC-A2F6-1A381B09A6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2656" y="1485900"/>
            <a:ext cx="5058585" cy="3125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822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C7F404F6-548F-2BE7-C841-53929749C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54" y="386121"/>
            <a:ext cx="5622536" cy="814945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E4EBD5E9-5CF9-C6F1-C5E2-0412F4E91C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054" y="1442768"/>
            <a:ext cx="5165335" cy="3191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5721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119C8212-19BD-483C-A4A2-1BEE8F053B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485" y="336161"/>
            <a:ext cx="5681753" cy="794034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A1B3AB6-E2A4-C2DA-0D50-D4DEFDEB52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485" y="1380226"/>
            <a:ext cx="5228066" cy="3230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3538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09D6DF50-61FC-1204-30E4-0790739027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235" y="295725"/>
            <a:ext cx="5336067" cy="72078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9C1C3528-8FFD-CCA6-2BCD-A8473B0D8C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35" y="1451124"/>
            <a:ext cx="4300897" cy="2657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629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5914AA67-057B-69DB-82BD-4D03ACF46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918" y="390884"/>
            <a:ext cx="5408044" cy="783939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D6D70724-4E31-58FC-AF79-BBAB2E592E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918" y="1708030"/>
            <a:ext cx="4854735" cy="2999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5016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50551289-B848-9728-88C4-BFA526C74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19" y="338857"/>
            <a:ext cx="5404809" cy="72325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74A165B5-7CA4-4570-5451-390A7CCA9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110" y="1330895"/>
            <a:ext cx="5006826" cy="309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7289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F8ABCCCB-9833-82CD-EA90-7F3088389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301" y="351617"/>
            <a:ext cx="5398518" cy="789888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C59EA924-828F-8456-AD0F-AFED420F1F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5301" y="1252987"/>
            <a:ext cx="4946441" cy="305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23192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416F3692-72E0-2F19-B8EB-B1956514CC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546964" cy="814020"/>
          </a:xfrm>
          <a:prstGeom prst="rect">
            <a:avLst/>
          </a:prstGeom>
        </p:spPr>
      </p:pic>
      <p:pic>
        <p:nvPicPr>
          <p:cNvPr id="4" name="Grafik 3">
            <a:extLst>
              <a:ext uri="{FF2B5EF4-FFF2-40B4-BE49-F238E27FC236}">
                <a16:creationId xmlns:a16="http://schemas.microsoft.com/office/drawing/2014/main" id="{2FE298F5-D3A4-9375-3C2F-DE5391BB3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4020"/>
            <a:ext cx="4710023" cy="2910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0065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Breitbild</PresentationFormat>
  <Paragraphs>0</Paragraphs>
  <Slides>17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lw-r</dc:creator>
  <cp:lastModifiedBy>lw-r</cp:lastModifiedBy>
  <cp:revision>4</cp:revision>
  <dcterms:created xsi:type="dcterms:W3CDTF">2024-05-29T14:27:57Z</dcterms:created>
  <dcterms:modified xsi:type="dcterms:W3CDTF">2024-07-29T10:44:19Z</dcterms:modified>
</cp:coreProperties>
</file>