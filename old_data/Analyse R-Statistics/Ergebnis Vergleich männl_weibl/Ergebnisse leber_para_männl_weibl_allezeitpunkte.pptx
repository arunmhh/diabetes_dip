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8" r:id="rId13"/>
    <p:sldId id="279" r:id="rId14"/>
    <p:sldId id="267" r:id="rId15"/>
    <p:sldId id="268" r:id="rId16"/>
    <p:sldId id="280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E32F18-34CD-24F5-55DA-CE5F4CC7D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95CE41-BC9B-D11E-F7E9-54F88528A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F8873-A81A-1915-5849-DD08DB60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8DEAC0-7F08-2902-0400-5660F2DE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5835DA-59D5-C589-A2E2-11C47DE2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348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240F13-D210-629B-3379-588865AC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7D6F7B-C223-9DC1-7C6C-49D882A6D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642E2B-DEC6-6659-78E6-CE878F15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04EE68-F89E-BA02-F175-76FF5FB0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58878E-0B64-349E-9AB0-B815AC0B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3740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E6BC28-16F5-9E0B-1383-2637144A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BEF0CC-8A1C-EF4F-3E2B-8512DEA7B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B3D485-7197-0BCE-8518-934F169C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6B4ED1-2597-C161-6AD5-29C98892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553CA4-58AC-68E8-266F-F945A1F4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590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7BC2F0-EAF5-7645-9653-BE29E8CA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31C442-9E3D-057A-915C-65AE82449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D29DA64-AFAB-54FA-EC86-7ABB65D09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13DD9E-4723-B826-8346-8C77C517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555366-B974-4D56-886F-2AE12986E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BFD661-DDB0-5A0A-D10D-B7CBDEB3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465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6764F-2610-CFB8-5B18-626A2B1C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023E54-18F6-F294-2B83-83EA57363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91B192-01B6-C3F0-41EB-086D15BA3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D3A53C5-B15B-6261-9A2C-013F603E3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0853BF9-95D7-C852-09E3-A6E7E3A0B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F3A3625-9DA2-4284-C3BF-60173E7F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A63AD80-D34B-9EEF-D0B9-F747D048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0F8B2BE-D083-28E1-9AC2-58D03333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053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D5A258-CCE3-05E5-7C8A-F8EA8455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67AF22-09BE-6940-8BA6-5723ECC9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EAA8A9-E11F-255B-F572-FDC5D8FC8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FE9452-6A3E-B779-549C-991F5A44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481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5C9279-8F23-F873-62F8-E3A29F8C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B2A39F-2F80-4FC8-86B4-2DED9CF1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1F8994-7E29-119F-20DC-C2EFCCA7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245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509C7C-70A9-7B7C-FD0B-A57941F1F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B026E7-CBF7-5429-11E0-27E25700E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9C3A35-77D8-1510-1EA3-95822B406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3065E8-45A0-11CB-498E-C3F3200AC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DB1B73-76C9-3A8A-B31B-7F504AEDC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9CD023-6AB7-71A2-DAB7-F642CD30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716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478D53-55EA-0ABA-0CCC-60729BA4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271DA60-336B-EF52-5EA7-92E9701BBF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B511B6-1900-F536-1756-4627EADA2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E62A0B-BAD5-D350-6057-B5F3095C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D2A17B-E551-3E30-52E9-7402ED54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8048DA-3399-D745-5E60-3734C8F5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7550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E248F3-9F4C-C14A-2579-79F14D6A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F17109-445B-8DA2-8444-C2E9195E2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686D57-ACAD-8989-309F-D80652BD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B30084-ABB6-10BD-7F15-FE38C112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7E46A7-AE62-7BF5-F3F8-4CB565B1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918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9301961-4CB9-7EAB-80A5-42E543175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6A95BD-C1F0-8DB4-B8CF-302E6B29F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05C579-B4F5-5ABF-0C51-71B102D0A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76E04A-1CE5-A097-2C43-53E41ACC9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CD53BB-E0A4-4B6F-A7DF-812081C3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0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14858-8480-32F9-371D-EB20252F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C8E1DF-3BC5-81C0-5446-83C5ABE99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A028D2-5933-FB99-B64D-91C393935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FAF6A4-0EB9-0A69-00F9-0D996F81F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358A09-06D0-06AC-C1A6-5F3FB4979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47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B799BC3D-A3E1-C7D1-2710-5F8791A64620}"/>
              </a:ext>
            </a:extLst>
          </p:cNvPr>
          <p:cNvSpPr txBox="1"/>
          <p:nvPr/>
        </p:nvSpPr>
        <p:spPr>
          <a:xfrm>
            <a:off x="2691442" y="0"/>
            <a:ext cx="692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ALT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53B8DE8-039D-186F-7DFA-34514427F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060" y="0"/>
            <a:ext cx="6489940" cy="1143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47E3F32-8F32-8F62-FD23-F35A3E277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" y="523220"/>
            <a:ext cx="5633049" cy="34748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1F1E206-39CF-FD4B-7027-B898680F3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584" y="4005986"/>
            <a:ext cx="4614953" cy="285201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ACE49C4-CE9F-82B1-DF1B-B4119776C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896" y="1143000"/>
            <a:ext cx="4904123" cy="285201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A6321A3-A74E-6964-11BF-653B8A3FA2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6" y="3957896"/>
            <a:ext cx="4692770" cy="290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6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D14501AC-7A0F-52C4-58EB-8B47E61B809D}"/>
              </a:ext>
            </a:extLst>
          </p:cNvPr>
          <p:cNvSpPr txBox="1"/>
          <p:nvPr/>
        </p:nvSpPr>
        <p:spPr>
          <a:xfrm>
            <a:off x="2691442" y="0"/>
            <a:ext cx="730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AST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01F79607-A18E-12F3-AA37-CEC1AFBE3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898130"/>
              </p:ext>
            </p:extLst>
          </p:nvPr>
        </p:nvGraphicFramePr>
        <p:xfrm>
          <a:off x="6096000" y="0"/>
          <a:ext cx="6096000" cy="1003935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52606199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9992006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1657473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261592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101242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803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0.5727661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2.264140e-16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110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834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0.5114673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7.004228e-15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80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045507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6246715B-CD2F-D612-E468-F03EF5377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5" y="501967"/>
            <a:ext cx="5507168" cy="339717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76E6D8B-60E8-CF9F-C207-466C41298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045" y="3883372"/>
            <a:ext cx="4813360" cy="297462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99C8BAE-987B-02E1-32A6-1AF89A817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408" y="1014197"/>
            <a:ext cx="4614952" cy="285201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1C73D3C-3744-8EDC-E6CB-B0CC8D8C2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5" y="3883372"/>
            <a:ext cx="4813360" cy="297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7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7C7D7F3-9FB6-671F-B8EC-18C6A01BC526}"/>
              </a:ext>
            </a:extLst>
          </p:cNvPr>
          <p:cNvSpPr txBox="1"/>
          <p:nvPr/>
        </p:nvSpPr>
        <p:spPr>
          <a:xfrm>
            <a:off x="2691442" y="0"/>
            <a:ext cx="561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CK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76F3C14-4E84-36BA-721B-92BBBBC80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588" y="0"/>
            <a:ext cx="6317411" cy="109537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6BB7B40-2AFF-4057-442F-56088F003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8907"/>
            <a:ext cx="5624423" cy="34695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F75A320-5670-DF36-A8BD-86A6C3328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879" y="1095375"/>
            <a:ext cx="5198494" cy="32126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C9811F0-62C3-A86F-5CCB-1316BAC27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595" y="4148020"/>
            <a:ext cx="4637777" cy="270997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8639729-5EF5-A8B1-A7E6-D4DDE9D9C0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39" y="3938863"/>
            <a:ext cx="4723567" cy="291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3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B03C07F-9E3B-1AAA-DC6A-5C02310F56E3}"/>
              </a:ext>
            </a:extLst>
          </p:cNvPr>
          <p:cNvSpPr txBox="1"/>
          <p:nvPr/>
        </p:nvSpPr>
        <p:spPr>
          <a:xfrm>
            <a:off x="2691442" y="0"/>
            <a:ext cx="960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quick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609277F-0094-8280-D80D-657F6504E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85" y="0"/>
            <a:ext cx="6645215" cy="11811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B6741A3-A10A-CC5A-D10C-22F6EE9F2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1"/>
            <a:ext cx="5546457" cy="342767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6867AD9-8470-C76D-44AB-4CE64553C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735" y="4071668"/>
            <a:ext cx="4508671" cy="278633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0111E91-677B-0562-7B73-CBC53808C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626" y="1181100"/>
            <a:ext cx="4864329" cy="285307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C418394-1436-3DEC-ECE7-0B117F822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7274" y="3970481"/>
            <a:ext cx="4672406" cy="288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1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CD0388C4-A596-D9BC-8818-193233001BFB}"/>
              </a:ext>
            </a:extLst>
          </p:cNvPr>
          <p:cNvSpPr txBox="1"/>
          <p:nvPr/>
        </p:nvSpPr>
        <p:spPr>
          <a:xfrm>
            <a:off x="2691442" y="0"/>
            <a:ext cx="588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Inr</a:t>
            </a:r>
            <a:endParaRPr lang="de-DE" sz="28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8FE8D54-E04F-D75F-2D54-FD7A8306B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336" y="0"/>
            <a:ext cx="6334664" cy="11239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ED78BFD-AFB1-6AE9-CD25-0E7E92F8D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1976"/>
            <a:ext cx="5624423" cy="3469504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510E7FD-FCB2-FB48-6155-1F5D24423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614" y="1123951"/>
            <a:ext cx="5141163" cy="317720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9C4BC8B-278A-26EF-F7EC-133B60A5B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573" y="4149338"/>
            <a:ext cx="4632203" cy="270866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03372BC-D6A7-84D1-B0DC-7E0943C286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41" y="3995326"/>
            <a:ext cx="4632203" cy="286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0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C5CE5B9-64DB-1758-8F2E-391DAEA586EE}"/>
              </a:ext>
            </a:extLst>
          </p:cNvPr>
          <p:cNvSpPr txBox="1"/>
          <p:nvPr/>
        </p:nvSpPr>
        <p:spPr>
          <a:xfrm>
            <a:off x="2691442" y="0"/>
            <a:ext cx="607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ptt</a:t>
            </a:r>
            <a:endParaRPr lang="de-DE" sz="28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FCC8EEC-CF5A-B58F-2A5A-AB1EB26E8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192" y="0"/>
            <a:ext cx="6446808" cy="11906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EAA063C-D3D3-A703-3FF3-32108C998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59"/>
            <a:ext cx="5460521" cy="336839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7351698-B021-765D-68A6-7F6B23671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749" y="3873260"/>
            <a:ext cx="4829722" cy="298474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46B2C72-1FBC-D47C-B016-4A0240912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430" y="1190624"/>
            <a:ext cx="4581705" cy="266360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DEDA396-E2A7-714F-D6F9-8DF6A2A4E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9" y="3978357"/>
            <a:ext cx="4659661" cy="287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5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98624D7-FD48-F68E-332C-56A854874C37}"/>
              </a:ext>
            </a:extLst>
          </p:cNvPr>
          <p:cNvSpPr txBox="1"/>
          <p:nvPr/>
        </p:nvSpPr>
        <p:spPr>
          <a:xfrm>
            <a:off x="2691442" y="0"/>
            <a:ext cx="1794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Leukocytes</a:t>
            </a:r>
            <a:endParaRPr lang="de-DE" sz="28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DFD3A49-76D3-63E8-3DF4-421FDC5D1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094" y="0"/>
            <a:ext cx="6282906" cy="11906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9103D6C-A3AF-E4F2-70DA-E93EBA3DF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779698" cy="357181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1DA09E7-E46F-7145-D14C-8FFEE1E28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482" y="1190626"/>
            <a:ext cx="5141163" cy="317720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5DD69F5-4952-61AB-7BAE-8EF4A3E60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739" y="4171251"/>
            <a:ext cx="4347531" cy="268674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62A7673-0B09-E50B-A582-509B77234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136" y="4096724"/>
            <a:ext cx="4468126" cy="276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6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EA7E9530-73D5-9BFD-AB02-5FC1D0904756}"/>
              </a:ext>
            </a:extLst>
          </p:cNvPr>
          <p:cNvSpPr txBox="1"/>
          <p:nvPr/>
        </p:nvSpPr>
        <p:spPr>
          <a:xfrm>
            <a:off x="2691442" y="0"/>
            <a:ext cx="639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ggt</a:t>
            </a:r>
            <a:endParaRPr lang="de-DE" sz="28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EF594A0-D366-AEF6-2F03-C7EEB3797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842" y="0"/>
            <a:ext cx="6300158" cy="11334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6A5E5BE-4981-F91A-B9A0-9A81688C2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6737"/>
            <a:ext cx="5136467" cy="31685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914A787-7A0D-C2AE-8496-3EE29FB75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082" y="3837654"/>
            <a:ext cx="4887338" cy="302034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B49854F-0A54-3E8B-0DCC-B9627E657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180" y="1133475"/>
            <a:ext cx="4397471" cy="271761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60BCBA5-510C-02A6-05AA-F6BAD2ED13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30" y="3701200"/>
            <a:ext cx="5108139" cy="31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35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6567E9E9-6FDE-1047-C114-B687A5C5B59D}"/>
              </a:ext>
            </a:extLst>
          </p:cNvPr>
          <p:cNvSpPr txBox="1"/>
          <p:nvPr/>
        </p:nvSpPr>
        <p:spPr>
          <a:xfrm>
            <a:off x="2691442" y="0"/>
            <a:ext cx="780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LDH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D3E1ACC-6721-6ACC-DCDB-4BF22142C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532" y="0"/>
            <a:ext cx="6667074" cy="11620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8561DEE-AB91-7356-DEDD-072A65718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374257" cy="3315185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594542E2-99F3-924E-59CE-E70E5003B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041" y="4175185"/>
            <a:ext cx="4341166" cy="268281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0E24C9B-9351-04A1-AF0C-D03221AC1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54" y="1264388"/>
            <a:ext cx="4858562" cy="285041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91168D-7F73-6791-D847-274C4A5B0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450" y="3759194"/>
            <a:ext cx="5014297" cy="309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9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9A7C19F-1382-610C-D44B-70AC1079FE9F}"/>
              </a:ext>
            </a:extLst>
          </p:cNvPr>
          <p:cNvSpPr txBox="1"/>
          <p:nvPr/>
        </p:nvSpPr>
        <p:spPr>
          <a:xfrm>
            <a:off x="2691442" y="0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HB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5699260-6F2D-B871-DD93-2DA0F899D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1525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477D122-5318-5D8E-986C-7C5C5C785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855"/>
            <a:ext cx="5780702" cy="357244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5D6AD1C-C432-92C8-68CD-67F4A7CD7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879" y="1152525"/>
            <a:ext cx="5011768" cy="309724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5826485-C497-3FFE-134E-7845E496E7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706" y="4104396"/>
            <a:ext cx="4695914" cy="275360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753A127-8643-3021-1EE7-EB8B108B08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76" y="4037973"/>
            <a:ext cx="4563194" cy="282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20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36654746-867F-F777-B7CA-CCD047A298D7}"/>
              </a:ext>
            </a:extLst>
          </p:cNvPr>
          <p:cNvSpPr txBox="1"/>
          <p:nvPr/>
        </p:nvSpPr>
        <p:spPr>
          <a:xfrm>
            <a:off x="2691442" y="0"/>
            <a:ext cx="21825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Total Bilirubin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95B7419-56A6-6141-CC94-AE16DDAAC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950" y="0"/>
            <a:ext cx="6395049" cy="112395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CD46B04-777E-DE9F-6F8A-3E3E60504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2849"/>
            <a:ext cx="5818321" cy="359568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C5F9303-6FC9-A234-C6F4-E3581D4E0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320" y="3915359"/>
            <a:ext cx="4761601" cy="294264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4837F4D-97BF-6223-806B-02EFCEB89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925" y="1123950"/>
            <a:ext cx="4566787" cy="270639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D8BCAD9-7082-D7EC-1899-7DE2957CC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688" y="3974444"/>
            <a:ext cx="4665993" cy="288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05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72D3818-A58B-CB0D-66E7-42A7FA00FF2E}"/>
              </a:ext>
            </a:extLst>
          </p:cNvPr>
          <p:cNvSpPr txBox="1"/>
          <p:nvPr/>
        </p:nvSpPr>
        <p:spPr>
          <a:xfrm>
            <a:off x="2691442" y="0"/>
            <a:ext cx="2355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Direct</a:t>
            </a:r>
            <a:r>
              <a:rPr lang="de-DE" sz="2800" dirty="0"/>
              <a:t> Bilirubin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5967EC0-0BB2-22EC-F7B4-B87D213F1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09537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30BDE0B-9BF7-F5B0-D960-7D55ACE46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687"/>
            <a:ext cx="5779698" cy="356528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10A2AE9-407D-F464-ADA3-F86255F03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517" y="1095375"/>
            <a:ext cx="5129482" cy="316999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9B97524-92AA-3758-49D5-3022FCFE9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728" y="4127649"/>
            <a:ext cx="4603271" cy="273035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B3728EB-EE90-3BCF-F13C-090AB062E8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286" y="4102478"/>
            <a:ext cx="4732398" cy="275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31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DF3FC87-8CEE-3616-A267-91A56DE45AA4}"/>
              </a:ext>
            </a:extLst>
          </p:cNvPr>
          <p:cNvSpPr txBox="1"/>
          <p:nvPr/>
        </p:nvSpPr>
        <p:spPr>
          <a:xfrm>
            <a:off x="2691442" y="0"/>
            <a:ext cx="2030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Total </a:t>
            </a:r>
            <a:r>
              <a:rPr lang="de-DE" sz="2800" dirty="0" err="1"/>
              <a:t>protein</a:t>
            </a:r>
            <a:endParaRPr lang="de-DE" sz="28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37A900A-16C1-C3A2-A42B-FF824F9A9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143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BD91F64-C031-FA1B-3D6F-3D7D2766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501"/>
            <a:ext cx="5593963" cy="345703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7FAF80F-9E03-E2CE-F912-97B78C8CB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16" y="3988380"/>
            <a:ext cx="4661150" cy="286962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F86C315-9DD3-1612-966C-DB9A43E62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504" y="1143000"/>
            <a:ext cx="4906495" cy="3032185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79A988C-AFA5-A4FA-7567-317F1EBD3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247" y="4028537"/>
            <a:ext cx="4578463" cy="282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0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78D32A56-0CA7-95B2-F8F0-C0083B60CA46}"/>
              </a:ext>
            </a:extLst>
          </p:cNvPr>
          <p:cNvSpPr txBox="1"/>
          <p:nvPr/>
        </p:nvSpPr>
        <p:spPr>
          <a:xfrm>
            <a:off x="2691442" y="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AP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53A77FD-DC30-7566-98C6-7ECF3A8E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140" y="0"/>
            <a:ext cx="6006860" cy="112395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10C139F-47B6-FC14-04A5-07D748A7D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693434" cy="351850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D42AAF5-03AB-DFA6-0679-EE1586F4F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034" y="3851386"/>
            <a:ext cx="4865118" cy="300661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DDF8DA0-A947-29F5-AE18-606521224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498" y="1123950"/>
            <a:ext cx="4399292" cy="271873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D53B854-4111-D84C-2E23-7B08DC84C6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210" y="4018426"/>
            <a:ext cx="4594824" cy="283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54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0D2E1539-E4ED-FC45-245B-0158B49B690A}"/>
              </a:ext>
            </a:extLst>
          </p:cNvPr>
          <p:cNvSpPr txBox="1"/>
          <p:nvPr/>
        </p:nvSpPr>
        <p:spPr>
          <a:xfrm>
            <a:off x="2691442" y="0"/>
            <a:ext cx="1681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Creatinine</a:t>
            </a:r>
            <a:endParaRPr lang="de-DE" sz="28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4D93343-FF24-BC89-EE30-ADDAC288D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143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0357E60-8DA0-7D83-E6E0-9CE4C7226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1"/>
            <a:ext cx="5796951" cy="358248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7D8F12B-9A52-D1DA-03BC-00CD1F388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286" y="1143001"/>
            <a:ext cx="5003141" cy="309191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AF53A0D-8920-4A9E-6D3C-62E7764CC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353" y="4066264"/>
            <a:ext cx="4775979" cy="279173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8FA2503-C5CF-8B3E-60B0-2D2D1978C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193" y="4086952"/>
            <a:ext cx="4483939" cy="277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74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7432F8B-B43F-7880-BB3D-5ED4AB17684D}"/>
              </a:ext>
            </a:extLst>
          </p:cNvPr>
          <p:cNvSpPr txBox="1"/>
          <p:nvPr/>
        </p:nvSpPr>
        <p:spPr>
          <a:xfrm>
            <a:off x="2691442" y="0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Lipase</a:t>
            </a: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069E1A7C-6DB5-8EF8-C447-8D365C559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341453"/>
              </p:ext>
            </p:extLst>
          </p:nvPr>
        </p:nvGraphicFramePr>
        <p:xfrm>
          <a:off x="6096000" y="0"/>
          <a:ext cx="6096000" cy="1003935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5132407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1305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3896505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6520165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80889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847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0.7305762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0.001687834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726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0.8440843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0.176532119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119207"/>
                  </a:ext>
                </a:extLst>
              </a:tr>
            </a:tbl>
          </a:graphicData>
        </a:graphic>
      </p:graphicFrame>
      <p:pic>
        <p:nvPicPr>
          <p:cNvPr id="10" name="Grafik 9">
            <a:extLst>
              <a:ext uri="{FF2B5EF4-FFF2-40B4-BE49-F238E27FC236}">
                <a16:creationId xmlns:a16="http://schemas.microsoft.com/office/drawing/2014/main" id="{45D6C7F2-AA29-2EE0-EBBF-CC0DE5459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666"/>
            <a:ext cx="5546785" cy="342788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11597FD-EA2E-94F8-8753-2FAC6159C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803" y="3920689"/>
            <a:ext cx="4752975" cy="293731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1E3D353-1316-95C7-EFFE-8B8B198C8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075" y="1158725"/>
            <a:ext cx="4752974" cy="275214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7FDEB8C-8AD6-B3DB-19E9-EFC9105BF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0" y="4006602"/>
            <a:ext cx="4646942" cy="283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91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E3399B4B-8EE1-A9BA-C64D-FD2DDF29774D}"/>
              </a:ext>
            </a:extLst>
          </p:cNvPr>
          <p:cNvSpPr txBox="1"/>
          <p:nvPr/>
        </p:nvSpPr>
        <p:spPr>
          <a:xfrm>
            <a:off x="2691442" y="0"/>
            <a:ext cx="756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CRP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C55E184-2549-7F44-E21A-13438C01D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312" y="0"/>
            <a:ext cx="6472687" cy="115252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65EC9D3-6380-3662-BD50-1B0507592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719312" cy="353450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9CB71D7-22EA-D5B5-E95E-020EBC206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228" y="1152525"/>
            <a:ext cx="5323803" cy="329007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43E1AF4-1B34-0B6D-ACCC-88B700AA5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487" y="4254726"/>
            <a:ext cx="4321654" cy="267075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2DC36EF-CB58-D989-9D99-76995F9EC9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88" y="3988975"/>
            <a:ext cx="4682393" cy="289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10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CD020A86-B113-14EC-3B51-A4A1985A189A}"/>
              </a:ext>
            </a:extLst>
          </p:cNvPr>
          <p:cNvSpPr txBox="1"/>
          <p:nvPr/>
        </p:nvSpPr>
        <p:spPr>
          <a:xfrm>
            <a:off x="2691442" y="0"/>
            <a:ext cx="885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Urea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7E8834-69E2-1751-4262-C49130820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819" y="0"/>
            <a:ext cx="6438181" cy="116205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BA7B533-9F2E-3B53-F30B-A7C565F3D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1"/>
            <a:ext cx="5641675" cy="348652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7C4EFAE-16EC-ED09-3D19-687580F43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553" y="1162051"/>
            <a:ext cx="5196720" cy="321154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648FEC1-AF88-FC70-94CE-6C8CB010A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113" y="4217712"/>
            <a:ext cx="4486185" cy="264028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762F4EF-B6B3-AF46-A583-41330FCC08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25" y="3951718"/>
            <a:ext cx="4702767" cy="290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99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0E097E5-8E16-09AD-25C0-681D6BF9AD44}"/>
              </a:ext>
            </a:extLst>
          </p:cNvPr>
          <p:cNvSpPr txBox="1"/>
          <p:nvPr/>
        </p:nvSpPr>
        <p:spPr>
          <a:xfrm>
            <a:off x="2691442" y="0"/>
            <a:ext cx="2018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Erythrocytes</a:t>
            </a:r>
            <a:endParaRPr lang="de-DE" sz="28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B6AEE69-BC07-3EF5-EDC4-C60A84AA5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34" y="0"/>
            <a:ext cx="6498566" cy="1143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B17DDA6-5213-3901-81DD-98ED6EF86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598543" cy="345986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274DBF5-65FE-04EB-0BC0-99597E242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132" y="3963338"/>
            <a:ext cx="4683963" cy="289466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21EDA8A-E302-71F8-B277-659925F10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4001" y="1143000"/>
            <a:ext cx="4711338" cy="282033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57A2276-2289-487B-7334-942438536F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342" y="3963338"/>
            <a:ext cx="4683963" cy="28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52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52FC0051-6E6F-D2B6-7A93-3597C2AFE593}"/>
              </a:ext>
            </a:extLst>
          </p:cNvPr>
          <p:cNvSpPr txBox="1"/>
          <p:nvPr/>
        </p:nvSpPr>
        <p:spPr>
          <a:xfrm>
            <a:off x="2691442" y="0"/>
            <a:ext cx="2273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Thrombocytes</a:t>
            </a:r>
            <a:endParaRPr lang="de-DE" sz="28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1A21D0B-76FE-C405-B109-C89BEC0EB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34" y="0"/>
            <a:ext cx="6498566" cy="116205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336400B-7858-9CA8-2C85-5A9BAD6BD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619" y="1162050"/>
            <a:ext cx="5015257" cy="309939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3DBC014-A713-B55B-ED28-704FFA536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751" y="4114800"/>
            <a:ext cx="4702060" cy="27432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61480A2-3ED2-2C72-B992-670B96ABB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46" y="3846265"/>
            <a:ext cx="4873404" cy="301173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12E6516-0F9A-9730-EF5D-DC68813EF3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23220"/>
            <a:ext cx="5377147" cy="332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74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791D8D40-B1CF-AC69-4630-F342944EE961}"/>
              </a:ext>
            </a:extLst>
          </p:cNvPr>
          <p:cNvSpPr txBox="1"/>
          <p:nvPr/>
        </p:nvSpPr>
        <p:spPr>
          <a:xfrm>
            <a:off x="2691442" y="0"/>
            <a:ext cx="1838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Hematokrit</a:t>
            </a:r>
            <a:endParaRPr lang="de-DE" sz="28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5C0AB4B-637C-3E73-0F16-E665AA79E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842" y="0"/>
            <a:ext cx="6300158" cy="116205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06BF141-91FA-978B-3FB7-B9ECA377D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158"/>
            <a:ext cx="5891842" cy="364112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33BC6ED-C274-48CE-6EA5-09619BA2A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901" y="3920689"/>
            <a:ext cx="4752975" cy="293731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A05BE6C-1EC9-4F7B-E2B7-13627E29E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725" y="1162050"/>
            <a:ext cx="4529959" cy="266944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72C2700-F422-9CCE-91E2-0A4A9AFA62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725" y="4132882"/>
            <a:ext cx="4405935" cy="272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87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03B1DAE-1E76-9CA4-F926-6099AA61903F}"/>
              </a:ext>
            </a:extLst>
          </p:cNvPr>
          <p:cNvSpPr txBox="1"/>
          <p:nvPr/>
        </p:nvSpPr>
        <p:spPr>
          <a:xfrm>
            <a:off x="2691442" y="0"/>
            <a:ext cx="1285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Sodium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BC2614B-6862-BDB8-D4AC-87A80113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244" y="0"/>
            <a:ext cx="6886755" cy="119062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13E8297-8C61-C9EA-3C17-06F53A627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225407" cy="322927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7BEF3E4-C95F-1CA0-D75B-999A7F486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11" y="1190625"/>
            <a:ext cx="5225407" cy="305822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D743A2A-A92C-AF4F-6110-75AD16FCC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7894" y="4222673"/>
            <a:ext cx="4264324" cy="263532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69F0683-3336-729D-F151-4F8C20649B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024" y="3776445"/>
            <a:ext cx="4986383" cy="308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92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A8FC05CA-203E-3F55-82C7-5E91CAE11747}"/>
              </a:ext>
            </a:extLst>
          </p:cNvPr>
          <p:cNvSpPr txBox="1"/>
          <p:nvPr/>
        </p:nvSpPr>
        <p:spPr>
          <a:xfrm>
            <a:off x="2691442" y="0"/>
            <a:ext cx="1679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Potassium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784FC53-98D7-3B4B-E7E4-982AAD5AD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720" y="0"/>
            <a:ext cx="6274279" cy="115252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C5E747E-5751-F302-8689-272EA0B83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855"/>
            <a:ext cx="5305245" cy="327861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EDACD8F-8FE0-E2B6-51CC-84408DA4D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637" y="3923938"/>
            <a:ext cx="4747719" cy="293406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F6E64F6-43DE-8F06-B11D-354640534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692" y="1190625"/>
            <a:ext cx="4751142" cy="273331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4B39253-8254-EED0-7D09-319934F91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12" y="3756498"/>
            <a:ext cx="5018660" cy="310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05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68D3571A-E628-6283-A366-B34B811A5644}"/>
              </a:ext>
            </a:extLst>
          </p:cNvPr>
          <p:cNvSpPr txBox="1"/>
          <p:nvPr/>
        </p:nvSpPr>
        <p:spPr>
          <a:xfrm>
            <a:off x="2691442" y="0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Calcium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00DABE0-21D3-46D0-35E0-0EB840A98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498" y="0"/>
            <a:ext cx="6869502" cy="11620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424A41E-F5C9-C1A6-3B7A-548E45B7B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025"/>
            <a:ext cx="5262113" cy="325195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DD46CAF-CEF0-18D2-DA3E-1BFC49464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88" y="3828286"/>
            <a:ext cx="4902497" cy="302971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9989793-2D00-D39A-1801-2ECBC1244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889" y="1162050"/>
            <a:ext cx="4977262" cy="307591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011D539-8745-1CB0-3EFB-50964CFDF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7562" y="4098641"/>
            <a:ext cx="4669589" cy="272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1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ECD55094-A276-5980-FE8B-1D9F89C02AF1}"/>
              </a:ext>
            </a:extLst>
          </p:cNvPr>
          <p:cNvSpPr txBox="1"/>
          <p:nvPr/>
        </p:nvSpPr>
        <p:spPr>
          <a:xfrm>
            <a:off x="2691442" y="0"/>
            <a:ext cx="1339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Glucose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F1CCAA4-345A-981C-46AC-E85953EA1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302" y="0"/>
            <a:ext cx="6541698" cy="11334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05D299E-ADFC-6A86-D02D-E2AC952A4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1"/>
            <a:ext cx="5400136" cy="333725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A12136B-CD97-0D37-B0DC-344CD175A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08" y="1133476"/>
            <a:ext cx="5258878" cy="324995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F2D4F13-6E46-55C9-1FB1-3DBC26F72A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332" y="4197147"/>
            <a:ext cx="4499754" cy="264623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9349C85-0347-B09C-9409-6F7EF18E2D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84" y="3851158"/>
            <a:ext cx="5040522" cy="301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Breitbild</PresentationFormat>
  <Paragraphs>65</Paragraphs>
  <Slides>25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21</cp:revision>
  <dcterms:created xsi:type="dcterms:W3CDTF">2024-09-23T13:36:59Z</dcterms:created>
  <dcterms:modified xsi:type="dcterms:W3CDTF">2024-09-26T18:27:45Z</dcterms:modified>
</cp:coreProperties>
</file>