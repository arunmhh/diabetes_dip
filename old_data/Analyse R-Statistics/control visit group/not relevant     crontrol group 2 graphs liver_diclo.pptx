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76FF4A-2900-3028-5B50-DD8D99D3C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C95C399-E8B0-C5DD-2A53-10832E2CA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74DBAA-8D79-7352-C0A5-F08E40EF3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0D9-5982-408A-AE9F-9CFFB0CE4CFB}" type="datetimeFigureOut">
              <a:rPr lang="de-DE" smtClean="0"/>
              <a:t>30.07.2024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167402-8CC5-6398-3D45-28ABE35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BC0E5E-5495-928C-CF7F-FF50A714E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49758-F2BA-474B-B62C-51FC790978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2901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E80631-2843-DFD4-F4C3-F7189C8B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0FFFA5-7757-BBE5-8FB6-65A561AC4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68B38E-6F06-DF1F-BDD8-A1E6D61E2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0D9-5982-408A-AE9F-9CFFB0CE4CFB}" type="datetimeFigureOut">
              <a:rPr lang="de-DE" smtClean="0"/>
              <a:t>30.07.2024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E57E43-C348-37FF-2A61-6078F77B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536BBB-4606-6247-C6AF-5A7FE1CA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49758-F2BA-474B-B62C-51FC790978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424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141C44-441E-1580-4869-3EA68AC9C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6B90E9-CFD1-C415-F78C-1F0121841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1213EA-69E3-1914-59B7-9A7A3898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0D9-5982-408A-AE9F-9CFFB0CE4CFB}" type="datetimeFigureOut">
              <a:rPr lang="de-DE" smtClean="0"/>
              <a:t>30.07.2024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7F05D6-592A-FED3-1438-17343B136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493250-D61F-8882-868B-351655854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49758-F2BA-474B-B62C-51FC790978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6033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878B02-853D-EC7D-AD18-999C33A55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538651-67D1-1E20-EFB9-932936B61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C99399-E948-2F45-5A79-ACFBD0B00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C110FF-5F4E-19B7-A243-AFC9F462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0D9-5982-408A-AE9F-9CFFB0CE4CFB}" type="datetimeFigureOut">
              <a:rPr lang="de-DE" smtClean="0"/>
              <a:t>30.07.2024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03A709-6319-A81D-5055-CDB82608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53257A-33AA-3FB8-1F34-EFF585A71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49758-F2BA-474B-B62C-51FC790978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7300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6C241-C288-3004-C0B1-583EC7B93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86E23F-EFAF-965B-E3F6-C1D95F0AD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2E8571C-0D28-334B-5414-FF47AF4B1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DDB53FC-A5AD-70FA-13AB-2D333399D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DCB8AFF-73E3-077E-9B1A-2A21C1935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771047E-BE70-BA2C-2BC5-EB8818022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0D9-5982-408A-AE9F-9CFFB0CE4CFB}" type="datetimeFigureOut">
              <a:rPr lang="de-DE" smtClean="0"/>
              <a:t>30.07.2024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E0F8454-549F-4845-92EB-017D78DB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6167874-9045-E681-F611-3A590FD1E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49758-F2BA-474B-B62C-51FC790978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6085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1BADA5-A10A-1B06-FE2E-D134AAFE0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6BD7C31-96D8-FE2A-72E8-CA9E6512F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0D9-5982-408A-AE9F-9CFFB0CE4CFB}" type="datetimeFigureOut">
              <a:rPr lang="de-DE" smtClean="0"/>
              <a:t>30.07.2024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063544-27C4-8AF2-961A-85CB05A96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31901B-D8A2-CA8C-D56F-DF2B1A79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49758-F2BA-474B-B62C-51FC790978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66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10863D5-2B8F-694C-AE2A-06CB19FFA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0D9-5982-408A-AE9F-9CFFB0CE4CFB}" type="datetimeFigureOut">
              <a:rPr lang="de-DE" smtClean="0"/>
              <a:t>30.07.2024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2AA758D-9079-71FD-4CE1-6640E914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96C96B-EE5F-CE5B-06E6-D506CFFCD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49758-F2BA-474B-B62C-51FC790978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920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A22BC8-70D2-1139-C0E9-A4C3B290C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53A2CF-B5B8-D766-40A0-34D5AE396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3FA592-FD05-035E-482E-84593A51D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005695-41E7-F156-1C73-611DA0EA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0D9-5982-408A-AE9F-9CFFB0CE4CFB}" type="datetimeFigureOut">
              <a:rPr lang="de-DE" smtClean="0"/>
              <a:t>30.07.2024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0DA301-BB58-7637-5470-18B93A30F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F7E0A2-5A02-DE7C-D7AB-4B736FF9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49758-F2BA-474B-B62C-51FC790978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9669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4614A-FD11-946D-1F64-B5194C608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C8D7A9-0448-F412-EF09-827BD7A9C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E00798-D681-9F96-710A-A98A36CA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115092-9095-71F7-17BA-C5312C90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0D9-5982-408A-AE9F-9CFFB0CE4CFB}" type="datetimeFigureOut">
              <a:rPr lang="de-DE" smtClean="0"/>
              <a:t>30.07.2024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96EB0E-0936-C8F5-C25A-9D33180C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E16F58-3351-87B2-4C92-8F8E0BF7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49758-F2BA-474B-B62C-51FC790978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750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C158FF-35CE-F18E-0EEA-96CA68ABD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A0890BE-BF18-5901-60EC-0338DE12A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6E9BA4-65F5-9297-A61F-39647459B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0D9-5982-408A-AE9F-9CFFB0CE4CFB}" type="datetimeFigureOut">
              <a:rPr lang="de-DE" smtClean="0"/>
              <a:t>30.07.2024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C8A7CA-8DF1-F5FF-9F70-D7D242DE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F05FF7-E3F2-33E2-431E-0DFD81446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49758-F2BA-474B-B62C-51FC790978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627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A9A8A22-7234-2A36-DC6B-271398065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A708E5D-F11D-A983-F8E5-1E807333F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A18F87-D756-7895-F863-7C75E600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0D9-5982-408A-AE9F-9CFFB0CE4CFB}" type="datetimeFigureOut">
              <a:rPr lang="de-DE" smtClean="0"/>
              <a:t>30.07.2024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7272DB-80AD-B0D4-1EC8-D7E5B6E02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D0606A-D762-97E8-CD36-8F40A7D0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49758-F2BA-474B-B62C-51FC790978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100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21A406B-F4D6-FF97-3D7E-EBEA4E0A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086DBC-11E5-0A06-C1AE-5F1FFF2B2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266929-16CE-EE44-6B56-2E7FD9325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3C0D9-5982-408A-AE9F-9CFFB0CE4CFB}" type="datetimeFigureOut">
              <a:rPr lang="de-DE" smtClean="0"/>
              <a:t>30.07.2024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3043E0-C31C-7DE4-E782-362311712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92073F-ECB6-967F-DA59-29017244F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49758-F2BA-474B-B62C-51FC790978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7560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78D673A7-33C4-AF87-003A-0AF0A9FE4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A906E75-BA14-51E3-1EB0-508F38E78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1B7F507-A17F-12F1-1E6F-156308408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28BCDF7-8B94-06A7-4825-603415789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1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1F9DE7DA-CD7E-2EC9-2265-D879F0F47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11BE69B-EE9A-B3A3-F91F-1BC7699C0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A8BE7F0-2B86-6ACE-0D4F-A0965C80E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08" cy="342899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6B46B5D-ECE0-7C00-FE73-4B7211A75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6" y="3428998"/>
            <a:ext cx="5548913" cy="34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9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6469A0A-A1D4-6722-102F-DC8B720E0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C7833E5-58A1-C33B-67BE-F31282555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20ECED3-FF0A-9B3C-060A-1441C3ADA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1" y="3429000"/>
            <a:ext cx="5548910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D6A327E-8D3F-3F7A-00C1-8F26C96CB4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7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42116A2-80F6-DD21-C02E-AB6CF2796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CAA52D1-39B4-E31B-369F-E52146014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842BCD7-C06A-7300-7F63-06EB1FC24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D226029-BF8E-5493-EA8E-D1BED9FAB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43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F40868D-92A6-B1FB-8AE9-EEFFF13E4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474148" cy="33828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435E42E-4612-5EB8-2F54-CEC0CF235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238" y="0"/>
            <a:ext cx="5623672" cy="34752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E24D044-5F60-8CF0-E429-0247F7D6C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537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</cp:revision>
  <dcterms:created xsi:type="dcterms:W3CDTF">2024-07-30T13:57:24Z</dcterms:created>
  <dcterms:modified xsi:type="dcterms:W3CDTF">2024-07-30T13:58:17Z</dcterms:modified>
</cp:coreProperties>
</file>