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D9E61-ECF0-33F9-71B2-A3146FD48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C8C956-D873-828D-C216-FEFB63101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900357-ED96-0EE0-646A-98B07278D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2CD49C-54E9-AAF9-95BC-9D5C0D9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FDF8D1-8E3F-8D28-5844-39754496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0225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C71C0-3AF8-7908-F21D-019BE5A76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E27B7A-9207-0EF0-3A81-C0815286E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A96B37-4B36-11D0-3E06-3B7F04586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A81EE3-F7B2-7899-E1D2-ED2CC297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9F7E7C-0528-CDCB-114D-C3D430FA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02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6BE33-A3CE-0FFA-2CF7-D523F132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071551-E4B7-B1A5-886F-1CEA738B7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9044DD-8CE5-2BC0-761D-C243A750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CD54ED-9985-76E9-4762-896E5889E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DCD9A4-C6CC-E55B-A3FA-34B0EDBD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01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96C218-556F-576A-4B65-6AFB8BC8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4CBD2-DC5A-685B-3DB6-F02172754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51AB1D-8F73-5CFF-2D60-173FAF9FE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9818FA-D110-A73E-AD3B-FC2B20F3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3DB280-8F6C-71BE-03EE-7FC83E7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14BB2E-50E8-6190-BF49-0E33C0DB0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38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90F7E-2355-CEF8-57F9-21D6A68EC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2FAFD8-3AA7-2AFC-4DB6-40CEA44E6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A4A496-BCFC-8598-DC59-710361FA7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DA077A1-1B21-9630-B202-EFCF6ADB7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1CA6AE7-1854-A393-0749-DA430553D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91D05E4-00B6-44DE-BAB1-7BE57A23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8F25D5-38D5-B810-2CFC-702623C2E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09B28FA-51B9-76A3-D2FE-7D83F9AA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7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CBC97F-4CDE-FB35-A498-96B8009B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827BF7F-546B-17A8-DB87-74DB9C3B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6C37EF-F7DD-8BA9-6424-663E76D6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0C984BB-33CD-128F-B81F-49E228A9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432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A5C9D3-F2CB-57D1-5782-8A1230A3A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3281EF-D689-6AA1-9103-F2EEE3A1B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963A97-F2DA-BF1E-F3D0-663481E2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3397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B29A78-9C10-AB4D-AF69-BB5A4C33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E5F052-3D9A-D48D-78F6-E4A9FEEA6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41C46B-AAC0-D59D-C686-9D7224D5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760178-FA8A-5E55-8AA1-65793AC1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E9BDE3-018B-4F78-F05C-35BA5181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756B7D-EB17-8C87-A503-19D3FD81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284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7A0814-4AE6-46D0-6FDC-B56FAF27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58BD37E-6117-81F8-DBCC-A325ACA90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CC051C5-C285-470D-1523-F5F8CEBC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513A14-D6C7-10C7-95DD-C433ED0E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2957BC-80A8-E02B-5F32-E4A1ABE4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AA33EC-131C-88D8-7E13-D4B5D336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111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DEF1DD-3B61-9FE5-770F-C053F277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95E1AC-B492-117A-F2FA-E281C6715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6FA45E-2767-3545-CA9B-8B326B4A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D50450-3466-234A-D41E-ED4CBEA3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E145A8-F4F1-6BD8-1EFB-C0235DF9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65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4EBE957-AA08-905D-CE82-5DE659B51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1FBB9E9-0AAC-BD28-A095-947F1DA93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659434-CAC4-DCE1-243D-36AE2A082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DC128B-344B-0408-DF73-49890624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A32C7D-8B23-282C-6373-AAC0A6FA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958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135DAF-EC9B-E92F-8E50-4CC37033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46B9A4-6608-0B14-8D67-2869A6485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5544E8-BE3E-61E7-E247-6F0E180F7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AA2FF-13DE-44A5-AF30-4470A955BF0E}" type="datetimeFigureOut">
              <a:rPr lang="de-DE" smtClean="0"/>
              <a:t>01.08.2024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FCE0B4-7919-8854-F4F4-85E188F9C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DCC3B9-5EF1-E792-1259-E6ADF7DD3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31E26-A4C1-43DE-8A52-BA9DC5853D1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42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868CF11-1558-471D-FDD1-178547D85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5526E74-336A-7649-C860-F6E0D6BA4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17F8A5C-EA5C-4210-DFDA-6AEE3301A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900F0DE-AFD8-C863-6781-DFF8BF05BB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00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C2FD84D-ED05-2A80-C325-CBB99305D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C23A301-7222-8AD5-852A-60E37B86E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0C8F733-6C56-004C-3746-1B772D0B6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5B033BD-84B4-2FA7-E5B5-78E9C6B86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1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5FA73F8-1540-6199-C260-53BEDE587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388375" cy="332979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CDA3F38-8175-A2A4-98B3-68C0941C1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534" y="0"/>
            <a:ext cx="5388375" cy="332979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4DE07AB-EBF8-1131-5BFE-23B71FC7C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528204"/>
            <a:ext cx="5388375" cy="332979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8CDE7CE-1882-84D1-DC2E-1A4147424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33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0E3CBFE-D9B9-A240-E785-90D6F38ED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34C87A5-E9B9-23BB-F473-C740F8896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41C107E-D42E-5B51-3034-86B0364F3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E601060-453F-8CD8-7895-BCE58995E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2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B9407F3-5736-6925-44A2-F1C022B41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520E838-7F61-2CE6-9CB9-6F536358E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05A4C56-754E-4DA0-6EBA-C169A4005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8A96341-F1F6-3966-D6CA-1BF938D69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9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7795D02-6129-9C09-4865-4AA92D90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BC4F29E-88F0-689B-3814-88C3F5D25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CC86211-ECAF-209B-3FE0-FCE6BC2E7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CE7815-29FC-17A3-978E-803AE1142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6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1A70E34-07DB-6BB9-3E64-E79FBE96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1DD2860-4676-9CF2-A584-5B7CF76CC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3912EF5-40A0-5D5A-5BD5-3BB53B30C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08" cy="342899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C6A49EE-8593-06AF-FAB7-34131AA62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3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4DDF734-766D-D680-B4A3-832D57AC2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6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2024-08-01T11:42:34Z</dcterms:created>
  <dcterms:modified xsi:type="dcterms:W3CDTF">2024-08-01T12:14:02Z</dcterms:modified>
</cp:coreProperties>
</file>