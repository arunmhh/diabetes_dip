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E976-DD16-23A6-446E-19EE2463D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6286EF-4FF1-7652-4921-88ECB0EFB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0E4A61-61AD-B55A-756E-457306F4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A144D8-945C-9FBE-24A3-FBE2B337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ACA38F-E7B0-88BA-60EA-42704998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88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8066F-05F2-2C8F-A204-30AEF6D7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42E63E-350C-EA55-1C6B-76D47587C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73152B-2E7C-0B96-C70F-07F1ECF8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8B5091-387D-31C6-ADF2-BFBFFB37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63E652-FDCF-7CD1-0BB8-71EACF54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985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00011-B147-3C71-AE88-E734C0DF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23E47A-49B6-E272-6EF1-9061CC78A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4EA134-3E54-4309-5356-0130E295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E17FE3-3300-0314-E062-72EDC5FD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2C726-AAED-7BA0-D7F6-8328DF63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71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00292-0599-2F00-43E0-160D1E3C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4D82B7-F3FF-5A0F-6C0C-B86A0456E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2E7A6B-576B-F303-549E-013573F3F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93F87C-63CB-2A02-B8B9-27D1BF37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CEF30C-84FD-FDDA-E2C7-3F6B9260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DAB7E2-F670-969C-F220-C7E58E04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70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0544B-E912-DD0B-AF31-067F081B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9CF95F-E54E-8804-DE91-CCA3A698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8CCC8A-4164-5AFF-C40E-6B8A8CF5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DC5090-D23D-3277-6293-B903FF52F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57EF2D7-9CD7-C3FE-F46E-94DB978DE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E33EFE-889F-209F-2655-5BCC0A72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42A2A5-BDBD-57F3-1DBE-C9B17259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508E408-5E5F-A5FC-0CE0-73D48DA9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50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6D98E3-5829-EEC6-FEAA-5D5319FF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B6E697-198F-8923-DF9D-E8E3B89E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18F521-B625-92C3-3EC0-64AD6A43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437B4D-7906-5C00-5E0E-164C3BD6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2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669138-60CC-F5A5-1910-935F93CD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F67D753-6264-E60B-CEA0-EC0673C4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731439-7BEA-E0B4-F8F0-9B024F4F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10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ADF5B-C299-C969-3154-278442E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18C648-2353-6120-30C2-30B0E8F6E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E58D83-E955-6BD8-D1AE-D52BAD552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78C659-4A67-8A95-3424-2550B819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EEC884-FAD3-9CBC-F636-905170DE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06EA70-4A25-1590-7A6D-4D328A6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9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A842-8014-1460-3F80-16EB306D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606754-41A3-ED99-FC22-6644E2F3A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36504C-7263-11B7-0C8F-87FB21970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3E7873-BB35-DBF5-3E78-AEE1B637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78B0FB-9401-684E-CD53-B07B0A04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6EBB41-BF08-CE92-8273-27919701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76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DD362-13E8-C489-6470-C4336C3B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406559-5C52-B12F-49A5-FCD77C04D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00A009-743D-0EFF-A57B-17A14394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DAAA99-E27B-C0DA-FB6E-279C0FA1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D73ACE-17C8-5AB2-0240-DDF0A26A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25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A13B18C-DBAF-5469-C308-683EE39E2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C687FE-01F7-76EE-BFB5-B270A7634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12FBE-B5CA-F24A-D043-B350A856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99DAC-BBF5-0426-7BF1-146BAE74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8B7886-98CC-C4A0-922B-2784CF9B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00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CD73F6-C0AD-6861-F468-FE9D6D3C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FE80A5-52C0-AA31-1E1D-6DB09F8D6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643A8E-AA3B-5110-4F60-4DCED2477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7F67E-0D21-4A31-A48E-A2716778CEFB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D6EDAE-9764-7E9F-2328-41C7102A1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72157-2643-090A-4CA6-068F778C2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B127C-5CB5-4C16-AC03-65D2BA6685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80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868056F-01D6-6B3E-9A89-DADF8C052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72664" cy="34368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48564B3-248F-962F-808A-65322423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3" y="0"/>
            <a:ext cx="6015486" cy="370999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F303B31-034B-E364-C204-292436671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2840"/>
            <a:ext cx="5391509" cy="33251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EDB027F-0174-B790-C069-8F82F7EB4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781" y="3685354"/>
            <a:ext cx="5144218" cy="31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1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5AAD271-D4AB-2550-BA75-92A932AD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22830" cy="359117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17AC904-08E7-5CDF-3F81-34505D67C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64" y="0"/>
            <a:ext cx="5704935" cy="351846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1773790-1955-81CF-BE01-F3480735E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" y="3559774"/>
            <a:ext cx="5347838" cy="329822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D902F29-2AF1-07DC-BFE6-8ED9A52FE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624" y="3559442"/>
            <a:ext cx="5348376" cy="32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5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75C09D3-916D-A5F2-760B-020D370B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13014" cy="33384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D4DD1E8-DC9E-26ED-1D84-B835A534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"/>
            <a:ext cx="5791199" cy="35716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7251E6F-4FFE-C6A7-5584-35F98DE38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1754"/>
            <a:ext cx="5555411" cy="34262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5782B1-6657-B780-55A1-ABCD00FE0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747" y="3557668"/>
            <a:ext cx="5351252" cy="33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1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99BCB88-26F1-A0FF-6501-975FA87A6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27001" cy="334704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24B1ABE-0727-06BA-6DF7-F08BAF78E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098" y="1"/>
            <a:ext cx="5497902" cy="33907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965782E-1B45-042F-DF40-0C874198E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0950"/>
            <a:ext cx="5427001" cy="334704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3DC624-333B-3BBC-AB24-E2A2CF5A9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7221"/>
            <a:ext cx="5497902" cy="339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1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271A3A-DA14-4416-DDB8-57E076EA7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89916" cy="344752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8393EED-F53A-00C0-420E-88BB25670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21" y="0"/>
            <a:ext cx="5817078" cy="35876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EA0FD45-D7FB-2E51-2E64-8438517EF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53036"/>
            <a:ext cx="5520906" cy="34049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D41F7E3-5B26-009F-4B63-2772EE20C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385" y="3605550"/>
            <a:ext cx="5273615" cy="32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7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44FEE55-64F5-C3DB-7E6C-F34364044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2279" cy="339964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2B903B2-D6A0-54D5-9058-3E960682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38" y="0"/>
            <a:ext cx="5713562" cy="35237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429250B-4777-E818-D6FD-2365F0A75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8356"/>
            <a:ext cx="5512279" cy="339964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F603CA3-2374-2624-C52E-897EC32D4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721" y="3458356"/>
            <a:ext cx="5512279" cy="33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4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F83B9D9-8069-4955-BCA2-271553F9F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65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06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2024-09-27T21:08:31Z</dcterms:created>
  <dcterms:modified xsi:type="dcterms:W3CDTF">2024-09-27T21:08:52Z</dcterms:modified>
</cp:coreProperties>
</file>