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9EF59-E012-46D6-46DB-13CED17DD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964EDE-1F2C-8B9D-E388-C63F6CAB7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E42A4E-9C83-E9E9-D689-5C72A8C0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BDB327-6D02-C73F-F732-254AAAA5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B5EC8A-CFE6-8DF8-F6B4-7500A036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6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9E805-A898-EF62-6964-0B01A0F6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5D18DF-CB31-15E6-6633-CCD78D1B1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02F045-47F1-7318-EAF1-6C20B276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366111-605E-DA9A-1768-7CB53BFE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60E047-2CCB-4763-4184-BB22F57F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78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5518D-FBB6-C176-19DA-931FD501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0A1F94-B888-A3EA-E7FE-2B436E7C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12E480-FD72-9971-1FF9-83635ECE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A9EF2-719B-7F45-3BDD-840888C8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26B96A-190C-F560-C154-FA41DB74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29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E1422-F6CB-5E9D-2D9C-C1207D49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7EB053-270B-56C3-AAF3-06FC5D79A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7929E5-A105-EE0D-5AB3-DECD6ABAC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519AA8-4558-2165-6BD2-405F06E6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670933-8D68-FB8B-6AB4-A5759DB3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CDD45A-D65B-F254-31BF-0A3A4587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2033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62727-4B97-3769-7265-5F6FA83A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6DFF68-A02B-1EB2-926A-4F33E716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9F745A-0880-D091-A7DE-9C4F8BEAE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087A66B-3EDF-5FF9-5243-A976A47AE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ADA5882-FE79-3B76-4067-1BEF28DD2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1D4FE95-E246-C7AD-9B48-3665AB1F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CF12717-E64D-8E88-BCBB-5E100F91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7ACAE5-EFE8-72A1-0D77-16B8ED35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830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554DE-CD93-41CE-E027-64296FE3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6BD92E-5934-4F53-DE3F-20DA3C80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B37BD7-0F08-C3AE-BC9E-EB9DCF5A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D09CEB-3B97-4ACB-1A9A-112D6C0A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20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104216-3325-4FDD-C5B8-B8F4F379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C33091-1275-0B35-39E4-226C430E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D5B0AF-F8F9-9EB9-38DD-BE3D7FFE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88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81BEA-E732-A66B-1EF6-CB56D202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4DC2A7-2E13-146B-F573-F87B26D3A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8BA139-8076-45B2-03A7-29FCA7C47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94F4CA-A2BA-6AA3-4C04-0844B43D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D0C0BF-5A65-6128-E734-231543BA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37E4EA-E7F2-7815-3311-8F7BDBD9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92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19FA9-FEA0-0B7A-BAA4-444895E5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19C941-D71B-E7EF-2100-B642D07DA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ECF80A-C7CF-B7E4-1C43-11D406728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D1E8C7-736B-100E-817F-B8A7F128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3595B9-0013-46D8-48F5-93805D4C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3D75A2-7837-F739-61DD-B2341917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6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EA1F34-AC93-4EF2-C555-0239DE54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13CCB5-B4B6-F5C0-2547-D486ABD2A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7F9B48-CE68-E18F-8DEE-AF6A1B2C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3C8BEB-F810-C2A9-CBF8-88EC0F82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13EE20-FD2D-E61E-FA50-A32EC675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06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C4FA529-0A14-F928-FD1D-03E683213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087C77-51E0-515A-5DA2-61BED43B3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137108-AD6E-958A-D120-8199D5E51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1BFAC6-2B5E-A0CA-9CDF-99A29335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C9E214-48C7-13E9-54AC-4C79A9BF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61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90BF775-E87E-4A4C-3207-8377EC0C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0E83BC-B092-4DE3-8686-872C09BCE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8E0B0-9F0C-154E-1E19-E41E4606D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DDD85-6A3E-4C53-8510-7BB46DD262EE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0D007D-520A-8D45-056B-3303E71A8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240450-50C7-4BDA-BA86-370F5FC1E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F3029-6BFA-4E0B-A9C0-9CC0D3807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72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BCBF83F-E7E3-891E-7C53-317283F5C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13015" cy="33384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59CB44-3A0D-C06B-D91C-BC877D6B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351" y="0"/>
            <a:ext cx="5480649" cy="338013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5326FBC-5B9A-9E08-4BB8-8915E4E06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79636"/>
            <a:ext cx="5477774" cy="33783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045E1FD-6A06-29FC-2D00-D4E543CC6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350" y="3477863"/>
            <a:ext cx="5480649" cy="338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1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B39BFC-B5DD-C984-0DD5-07EEA6FF8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287130" cy="326078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078CD38-0D49-2826-8285-86E3A88BF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870" y="0"/>
            <a:ext cx="5287130" cy="326078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C882717-7246-C6CA-072B-268CD5AF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1754"/>
            <a:ext cx="5555411" cy="34262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587EC26-50F0-30F2-B5F4-12D4A59CE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589" y="3431754"/>
            <a:ext cx="5555411" cy="342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1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E0C756-F906-4B6D-C16D-035ED6C3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607170" cy="345816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1FBC205-BAD7-135C-CF75-003BFF65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053" y="0"/>
            <a:ext cx="5773946" cy="35610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DF2CA18-6D05-5CA3-190D-0D6E9ED7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6042"/>
            <a:ext cx="5305245" cy="327195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AD438A6-E81A-AE69-6D6E-11E6CD922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736" y="3515105"/>
            <a:ext cx="5420264" cy="334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4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5F2991E-3459-8871-AD7D-5CA763E8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879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4BC24C6-4801-B1B6-9419-E23FCC4B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691" y="0"/>
            <a:ext cx="5696309" cy="35131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704E379-9ECD-9623-31AC-E894DE9EF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480"/>
            <a:ext cx="5374257" cy="331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25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2024-09-27T20:54:54Z</dcterms:created>
  <dcterms:modified xsi:type="dcterms:W3CDTF">2024-09-27T20:55:12Z</dcterms:modified>
</cp:coreProperties>
</file>