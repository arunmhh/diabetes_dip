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3EEAF0-FFEA-EC32-4091-8A2B47924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9D20-CA45-F314-1FD0-CD37D5347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BF41A4-232B-8FC6-582C-3E52CF9C7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30FC8F-7974-2640-4EEA-39FB0084F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A760C0-EF65-0CC0-AA10-40025726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4629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D8518-9E65-FD4C-7B1B-C0E2926F6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93D7F4-34A7-EFF9-760F-57ACEF0EA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88B027-6646-90ED-B277-7887F41B3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7694D9-CE9C-62A8-F135-3C6A5177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A9FC79-35AE-4D74-E7B4-CC0D3F5B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5821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AE07DB-5987-FCA0-A7B9-993BBD23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54A3DC-3E0F-66AE-2F96-E537BC5A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9C9063-55D5-FC0B-8E81-0F74474DC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7CEA6A-6FDC-2E42-DCC2-7BC7E86F3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0BEC33-3A2F-7DCD-F5CA-E1C2E79E0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443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23BA18-1CAA-C4D9-1482-988541AE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1BAD16-9F8E-867A-A7C6-172B71DDC1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46C2196-4FDE-2977-5AE4-CC42F890B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6E0DA1-B3AD-6864-BC44-5530A743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7AD03C-08C4-094E-AB24-02DB1C47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F08FD7-15E4-490D-0BAB-4D921AC6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421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23CEFC-3F0B-47F9-0CA4-870E4B34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93C737-60BF-B1CC-DE49-83ED33124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FF505A-5AA4-2226-05A6-B9C1AB7AF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82CD74C-39D1-BBCE-E956-0BAA0639A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E7BFA6C-02BD-581A-27F6-43DC3EA02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8240659-6448-B86B-DA4B-BB114100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2E4D74-1A50-76D5-E772-438EEECD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4BB1193-07D2-8B1F-68D1-7F0DFBB5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912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2147C3-50F6-B8EC-797D-52CF69C3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ED9D307-063D-65D0-4FF5-42288CE1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A786389-374B-2ECC-5585-5A2D82974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528618-B5AF-A1FA-8257-76AB331E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8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86980BC-BA63-4AE8-657B-03FAA24C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0299D2-CFB6-D61D-C285-D58F69B43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7D975DD-05BC-9361-37E0-91A785A5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672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4FF133-83A3-754B-5BD8-5FB2F4C4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C0CFBE-3559-4DD4-E930-91C88A4A7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09D133-55F4-DBAB-C630-A5DA83D7E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4ACEAD-F84E-D769-53F0-17690CEC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C96E2F-BCB4-F3FF-E561-91671A47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36E8D5-14CE-A9A0-078C-776F3C94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681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6FA3F5-2466-B743-1152-6C9630E7C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31DB97-3ACC-1F0E-5046-2CC8EF647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493D0D-6BD7-0A89-D551-1FF741BEF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527800-A984-3FF1-7B08-ED029A4E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50A4323-9535-99F4-65FB-C02D941C4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3AE074-6520-08C7-4BCF-3E5DAA9B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126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05BCE-237F-14B7-0A67-7F6A8250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EBEA38-D007-E407-4DDD-9D2E117D0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F1DA12-D750-5D1E-E6AB-D8C63BD4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A83B64-AABA-336B-48CC-0C2759F7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42110D-6E60-1118-569E-8B544D36C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4909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777ED08-26B3-1C76-8140-0FE8A4134C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A20FC0-B208-7A34-EB97-A38D6F215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DCB1CD-B118-3953-1120-1D448060C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6CD1D7-395F-46F0-ECD8-0F109FC5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A64919-3FA1-937C-E8E1-42C8F1F7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5292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01F37F1-259F-893C-69B1-7511C34E6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1068AE-7EF8-2DDB-142E-F9C21A32A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735902-319E-B156-7C10-8656F01C0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8B099-C496-4881-935A-D2122A4FDF74}" type="datetimeFigureOut">
              <a:rPr lang="de-DE" smtClean="0"/>
              <a:t>02.11.2024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147D37-C137-1176-6317-85B277165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BF3ED5-D5F7-CEDC-0E69-BDA88E013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1549D6-D299-4B48-B02E-7A2D17E8A89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961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84F1B8A-4054-A3B9-9369-81934B600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110754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69E3718-BFC9-4203-A325-54703C753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6096000" cy="376210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12C2378-8EB3-2764-314A-2DFE63F62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462" y="3933644"/>
            <a:ext cx="4738538" cy="292435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A80BD28-98C2-387B-4C9A-104311E55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3462" y="1107544"/>
            <a:ext cx="4738538" cy="283290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FE2BA75-1A51-D7FA-C8D0-09D79F3668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706349"/>
            <a:ext cx="5106838" cy="315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6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088C0E0-FF1D-EAB2-7846-D4CE98F04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852" y="0"/>
            <a:ext cx="6231147" cy="78050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A851EDD-BDE2-BACF-105D-3E85FB1DB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13"/>
            <a:ext cx="5960852" cy="367869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5319A3E-3F93-6521-E464-ABC682A565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174" y="3278678"/>
            <a:ext cx="5799826" cy="357932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0409619-CC99-3E63-2A6A-BD4A2D07D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41127"/>
            <a:ext cx="5063706" cy="312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7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A78564F-BF64-65C2-F92B-BDC5C82D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278" y="0"/>
            <a:ext cx="6679721" cy="76256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41BD185-924F-0018-BBD1-586D5EE93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12278" cy="340186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CAB0FA1-3072-13FC-0ACE-0745DEF36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6640"/>
            <a:ext cx="5365630" cy="331136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6691EA4-3CF5-172E-3B6A-171F190F7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730" y="3045124"/>
            <a:ext cx="6178270" cy="381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8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78B68D6-B668-F1E1-DD37-2793443E2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26" y="0"/>
            <a:ext cx="6239774" cy="106095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EC7B4BF-2114-9100-C6C9-4FF101175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54623" cy="367485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AF76449-14A9-73D4-D5A3-C9DD407D6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506" y="3587454"/>
            <a:ext cx="5299494" cy="327054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C601802-1DA5-12DF-C5DB-389AE8A4E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53113"/>
            <a:ext cx="5193102" cy="32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31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DE9A8FD-19C5-00EC-475E-284FD0AA3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64" y="0"/>
            <a:ext cx="6162136" cy="77323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B223F71-9471-86D5-0F3D-B04E26342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34974" cy="366272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BABD110E-CFDC-BA4E-FEB9-DB781F035B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242" y="3534218"/>
            <a:ext cx="5385758" cy="332378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0E4A5DA-4890-6C3E-19DA-8EA1BCB19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47790"/>
            <a:ext cx="5201728" cy="321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55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B75BCDD-271F-EFB2-4C8F-8B7708CE4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346" y="0"/>
            <a:ext cx="6265653" cy="111654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B958520-A352-DD9E-6E62-D376FA09F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926346" cy="365740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67D4C28C-8667-231C-FC43-BC4732CE9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672" y="1116549"/>
            <a:ext cx="5049328" cy="311615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8D0D426-BA69-0A71-CFE3-89984A923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727" y="4082090"/>
            <a:ext cx="4704271" cy="277590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70189B4-3403-3741-1826-7FE13FE9C3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655543"/>
            <a:ext cx="5426015" cy="320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17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2BD8563-C344-8DD2-8AA6-E459DDD7D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423" y="0"/>
            <a:ext cx="6567577" cy="109935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5F75169-7EE3-4E05-13E9-A45868AB8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56250" cy="3429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92F29892-D8C7-F8E1-61B8-3E8FFB0269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398" y="3959525"/>
            <a:ext cx="4696601" cy="289847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49CE2F7-27C2-E192-A930-D85757BEE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8801" y="1099353"/>
            <a:ext cx="4696601" cy="277614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67A34AE-81AE-F534-6EF6-D7A5B48C0F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386927"/>
            <a:ext cx="5624423" cy="347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615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3</cp:revision>
  <dcterms:created xsi:type="dcterms:W3CDTF">2024-11-02T11:33:54Z</dcterms:created>
  <dcterms:modified xsi:type="dcterms:W3CDTF">2024-11-03T10:52:45Z</dcterms:modified>
</cp:coreProperties>
</file>