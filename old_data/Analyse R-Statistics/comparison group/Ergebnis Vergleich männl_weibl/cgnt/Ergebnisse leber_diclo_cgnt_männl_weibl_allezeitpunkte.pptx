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A55CA-2318-D4FF-D4BC-827B712CE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3AF40A0-45CF-8355-7FE9-759F54CDF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43796-4240-7818-9CFD-E5B1340E5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7C8409-EB0B-FAAC-158C-09D01504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79D446-1415-0A40-C4EF-5968A197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793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2C0F82-0F8B-C399-10A7-0C155B0E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202A5E-E8A4-2A11-3FE1-DB0EE6D73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E7CAEA-5A06-1E71-203B-6B44FEF4E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031667-7EFD-7EF2-5F6B-985E0479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7A15D6-97B3-F09D-037C-5D3BD76E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35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C67E0D-7735-9B66-77D1-7F5E1586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1EE9BA-B8D2-7780-9536-8870DC53D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B5DAEE-F977-94E2-BA4A-EAEDE026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D61FA-997A-00C3-BD4A-C640EC40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9605A7-E00D-99C1-40F6-1356A8517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327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CDD23-0A4D-146C-F036-4165669F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A1387B-013A-473B-765F-098A1C927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69C4B9A-01A5-4706-7D6F-E67CE85A5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5B37C9-5F2B-3C6F-0C2A-890763F8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37884F-7CFC-F8F9-CB8E-EC39DD6C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2E3911-2247-2F94-1871-52FFBBA3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919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B62725-E428-745C-6F67-F8875447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787610-F277-4B1D-C317-AE05B6DFB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30E243-7AB6-FC86-B75C-EFD59B8E2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FFDF0D2-0187-8CAA-1867-7EEB4D8A3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28628F0-A603-BB3D-1581-F50E560D2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86C2B61-1A6B-F890-02B9-492BFACF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F525DB-D690-2A38-59B8-0D9D07C8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1D66900-D337-E068-11BB-03526B56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218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7282CE-5E47-6368-D4A5-C80CA8918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769814C-05AE-0126-6666-56067DC5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885268-A40A-95D6-047F-1E4E9C679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4CE2AD-CB75-080A-F33E-ACC54577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69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A3F6F82-3765-487F-C096-D5DDA096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001A291-0C3A-92C6-0DE0-C313157F7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84F039-FB50-0FE5-8065-0AB70B20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35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0187C-BDB0-6529-18D2-148AC5E3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CE7C8A-7F3F-1700-0A94-AEB764C6F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E6C0F8-8BAA-4703-E36C-2E02EDDC6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9D8867-17BF-3B4A-17AC-F3041F83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374E88-33BE-3F89-D8ED-ECD932903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D0B949-7D6C-D729-F993-EB409601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426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D23C53-5AAC-B621-88A7-2CA44578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F2C6081-9364-8A1F-B981-627B71B7E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7AFA75-67A5-5563-9234-649F772DA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AB9854-9488-915E-0DF9-A2468A36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E7B68F-6DE0-2569-AEBB-6D5CABF87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F0C247-966C-CC02-8F77-081322AE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41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EF7270-9E12-6C79-679E-65C79DEA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3D16FC-F877-FBBC-7F2C-BFA36F555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AD80BB-911F-A5E1-EBD7-A1F043F1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6D5C3E-CF69-92FA-B5DA-B7ECD3A4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3250C8-9DEF-05AE-0892-D6775545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08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064D9CB-8DB7-3239-AAB7-AFAC1FC07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C43B80-1657-DBCA-5643-7B38487E7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608895-DD8B-5961-9189-50498363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35183F-CCDD-319F-0461-DE719936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77402D-33F5-5D20-EE3E-7F5BF1627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05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4AFCCD6-1301-3482-BE0B-C74008930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16BEBE-9190-E067-F75F-F43F38F64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D9F450-1381-8FF8-3AB9-6AAAF29B0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699E3-85D0-41B1-A6F6-56F78B339CD7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CB0CCC-3F2C-53ED-EAE4-9FE601FC7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B164EB-CC66-F10E-1FDA-F91307FEB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0EDBE-815F-4BBB-A73A-9A4834DF1E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84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E25149F8-F912-7DE0-7867-AE8DFD9B1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260" y="0"/>
            <a:ext cx="6032740" cy="10977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0A80397-88A3-3D93-212F-44465E1B0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60853" cy="367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4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820126EC-45DF-C7E4-D146-948B0C849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64" y="0"/>
            <a:ext cx="6162136" cy="105118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DB7D9ED-7B1D-D1D7-4404-91403F5D1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00468" cy="364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8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FD70CAA-C98B-B801-61A5-2BE24E2AE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457" y="12940"/>
            <a:ext cx="6360542" cy="74026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58959D6-A32F-2DB0-8C64-02ED9271B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831457" cy="359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1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121012E-89DE-C07B-6B79-9137548D7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072" y="0"/>
            <a:ext cx="6420928" cy="77707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D05D7E1-8C75-BD72-C41A-93F4EBE0B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71072" cy="356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34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9CC61A5-4B84-F0E1-8387-74947C948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09530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48D85EC-BDB5-5FF4-6C26-8BD06A70B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34974" cy="366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8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8D55EEC-C1CF-6EEE-6BE2-F5AC48A76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62" y="0"/>
            <a:ext cx="6326038" cy="107734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1C165BF-BAB3-D565-A85F-F5532781B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65962" cy="362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57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8FCB1DE-6C42-F586-D7F6-32EB1598B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204" y="0"/>
            <a:ext cx="6377796" cy="79203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657E734-4F42-2D98-C9E4-8551CC626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81291" cy="34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9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C255032-A9E9-3A4A-C67A-3542E084C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10672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64F69C6-9EFF-E55A-F9F5-66872308E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56777" cy="361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1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E591917-E569-D8A8-7EC7-91049FC9D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808" y="0"/>
            <a:ext cx="6507192" cy="107231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A47C49E-FEE5-37F7-D48D-601EA2927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84808" cy="350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1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0ABDE5F-45D7-9F10-F037-24C9DCF08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674" y="0"/>
            <a:ext cx="6550325" cy="10935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0AB6D75-7BFD-2F22-6038-42478D01A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41674" cy="348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02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22321E7-93F7-947E-DE42-8EDDAB7E0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422" y="0"/>
            <a:ext cx="6567577" cy="111244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BA130E2-6BC0-7DD7-7897-C6B83EB9E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41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4FB2518-B7AD-005E-30B2-3DCE39A0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64" y="0"/>
            <a:ext cx="6162136" cy="7653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F5374D4-D111-96B4-AF20-BD1408C59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54623" cy="367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517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C2E4C8A-B817-B114-E4D2-5A07FC3F6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072" y="0"/>
            <a:ext cx="6420928" cy="79180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0512F86-FACB-7C33-2941-B7B7C4EEE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71072" cy="356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05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B39142B-52ED-5D89-9604-02D47350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048" y="0"/>
            <a:ext cx="6558951" cy="10943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1D8A767-9354-09AF-FABE-B1A2C38E9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33048" cy="347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35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8043BF9-C9FF-7470-5326-A710A51A0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818" y="0"/>
            <a:ext cx="6438181" cy="77266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786CC5E-A674-3F79-309D-13B859118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53818" cy="355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48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54E00E4-4432-749D-2527-FBDC2F223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674" y="0"/>
            <a:ext cx="6550325" cy="79903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92CFFBA-61ED-512D-A937-51211E523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41674" cy="348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2024-11-01T20:20:02Z</dcterms:created>
  <dcterms:modified xsi:type="dcterms:W3CDTF">2024-11-01T20:20:37Z</dcterms:modified>
</cp:coreProperties>
</file>