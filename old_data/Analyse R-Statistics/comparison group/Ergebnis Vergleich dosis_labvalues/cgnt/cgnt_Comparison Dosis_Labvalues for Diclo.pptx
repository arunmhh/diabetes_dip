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EE5CB-34E9-0300-4415-E056FFAC3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DA2176-76C3-B295-8FEF-0FFB1F3F1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FF71AD-B4FF-EACC-EF7B-D94FA8E0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72B2C0-5674-AFD5-F3ED-9A3F96B0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12075A-507A-9DB5-48B3-284EB56C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77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6A2AD-4476-289E-E8A3-E279DE48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5561E3-89E3-C803-6FAA-C55A5B0AD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0A96D9-E3FC-00BE-D675-8E1016A5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48A7F0-03B4-B44D-9D4B-23459B46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11970-15BA-D24C-1437-D2C8A220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45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B34E7-88EA-4C65-BB01-DD6C6D52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B47921-B950-442A-9319-F666A4500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08DA15-8E5D-1342-3AF6-DC87BD0E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F2038C-2898-95F0-B0B4-63999B42D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70042E-1330-3DF8-5079-A9915333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10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A3B2F3-CAC4-F28E-5E6E-68F42E99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0776EA-52A6-2C8B-9AE7-FA2767C7A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537612-3C89-C4E0-1A6B-F6DC34E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319F6E-19EE-1E2B-14D1-CB82A42B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CE4A4A-81F5-0BC7-3EB8-C96563CB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22F30-8F1A-EC26-2BBE-6179B1F3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08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7F6CE-5AB2-EEF8-F457-449AE684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6CD643-FEA6-A62F-A9B2-295A7491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B2086A-D56E-6644-D02A-E42C677EF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DA8762-EB54-63CA-F118-2EBF27206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2F2F01-C190-D5A0-DA41-2085E9D99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4935893-A5F8-8F3E-8122-77587DA7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93BEED-5EC3-1EE5-9796-18C58DF4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1BBA53-39D4-3FD2-CE9C-FAB51966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735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D432E7-0BBB-B228-E61C-A8A0A676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FEB9CF-142C-9275-43C0-EDF3897D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6E0468-5B1A-B297-5754-E454C51B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B1243A-0A02-4043-1F2B-FEFE2D8D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53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EEBE976-F777-51BD-A5E0-08D316C2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39D7E7-642E-3BDB-22BD-64EBEDAE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CB267E-2D06-E469-B9A3-773BF3C9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34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46CA6-5048-6450-A2CD-8725FB96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A6BAA6-1011-1E38-C2B0-92EB4244C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841339-6D4B-3295-013B-B76B787DA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F69294-58A5-70D6-9DB5-DAB18480A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932E4D-BEC5-4660-3899-C5D06304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4B192E-83ED-ACE1-B317-06894228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729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6B1A4-9841-1723-1EC0-C2C3E81B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40F4B8-08F9-9DD2-CACF-B4B01A5CF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6484ED-2BB9-026E-4A2C-D99A44A8B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85B8D8-F4DD-BFC5-CF53-F1CFF20E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015F38-2495-EB0C-E48D-01B562A1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13EB53-11EE-E746-373F-2258D4DF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81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AB08C4-A2B7-25AB-4668-1805C1BC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6B491A-7599-1817-691A-93507BE5B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3B8C4-6763-0A65-369B-45492336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EDC9CB-A52B-A253-3A36-5ABD3311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01B2B-9E6A-1ACF-2A88-819829B6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47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522F38-2807-E61F-FF7F-D7B32F098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5F4E8F-1864-3140-6C18-4D97177D1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33AF0F-694D-D04F-6EE7-821F7C06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E36D82-A520-CBEF-23E3-64D0BFD1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156C7C-0E03-9BAA-703C-40749978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37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76C6C46-A4FB-DAC0-54F4-A1FFF73B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3D5905-7AF8-8E07-6384-8352AB5AB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E6A72F-CDD3-53B9-C5B7-4DED2AFD8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E0B75-9E66-41CE-B97B-7C95C5B59385}" type="datetimeFigureOut">
              <a:rPr lang="de-DE" smtClean="0"/>
              <a:t>06.11.2024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F6BD12-0548-4C98-459C-B90187F68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58E79A-4DCC-CDD0-BAC6-2F8319B73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24D58-CF40-453B-B11E-44E89C32E0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36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384C0C5-A4A6-DF83-5F40-47DA75846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0189" cy="30611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626A102-CC6A-67FF-14D2-DA73682E3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9950"/>
            <a:ext cx="5943600" cy="36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8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682C531-0E97-718A-0A34-54C91188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71072" cy="3561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D6D46E6-2F8A-2C48-F5CF-7C0CA332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576"/>
            <a:ext cx="5341428" cy="32964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352802D-D382-CCCB-3CE7-78EC6CFE2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226" y="2982422"/>
            <a:ext cx="6239774" cy="38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4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780F974-5162-2572-2934-9536F5FC9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0164"/>
            <a:ext cx="5538158" cy="341783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665D76A-72E2-888F-5257-508CFECCE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9751" cy="329538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85F2463-70C9-9EC2-76EF-A29119290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0EFF086-6F86-BF48-CDBB-36D41138B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15" y="3519577"/>
            <a:ext cx="5726485" cy="334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1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6C0AEE8-4E78-9BC6-52F4-84D0B71F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6732" cy="36946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F8CFE94-EA6F-A020-4189-ED8AC9468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14300"/>
            <a:ext cx="5800725" cy="33147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27FF3FA-CFFC-54BA-6A6F-71F0CE3E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32970"/>
            <a:ext cx="5063706" cy="312503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6E11-E7C9-8671-10A7-91D552E3F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8988" y="3437713"/>
            <a:ext cx="5403011" cy="33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3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D223EFF-AD36-A8C3-004D-B89D7390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6928"/>
            <a:ext cx="5624423" cy="347107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CC284FA-A7BB-4DF8-222D-ADAD8A45B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65630" cy="331136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FCADCAD-4736-DB26-5188-F8D17210C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368" y="0"/>
            <a:ext cx="5365631" cy="331136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BDD036F-8DE2-24ED-48DF-B2E945737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366" y="3546638"/>
            <a:ext cx="5365633" cy="33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4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A293442-4652-2E00-3AEB-76CDA7943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2689" cy="36489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7DC7D77-D5B6-89E1-3268-33F807C11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10" y="0"/>
            <a:ext cx="5912690" cy="36489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6E93EEB-FDF6-4218-7422-86A858B9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6610"/>
            <a:ext cx="5074010" cy="313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0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938600D-7443-CB8C-DFC3-C8ACBF707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68E8C45-7860-09BC-07F3-174B7B32E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BC7B4A6-3984-EB55-6DB3-AF6959F29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37621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14480BE-3187-ECCB-5FF1-0DD42E0E6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762102"/>
            <a:ext cx="5016500" cy="30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5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D54B7BC-CD6D-DB98-F38B-FECE010F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95026" cy="339121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363027D-80E0-107D-B27E-701DA715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92" y="0"/>
            <a:ext cx="5989608" cy="369644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34ACADA-BEDF-02BA-A3EB-AEEECFE1B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66784"/>
            <a:ext cx="5495026" cy="33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09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803AA8E-372F-B8CA-6C8F-2E85CF21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8204"/>
            <a:ext cx="5395503" cy="332979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CB0E77A-60D7-B84D-EDA1-5ACA43A77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2060" cy="35189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B1071F4-304F-21E4-6530-F9ECE7F08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38" y="0"/>
            <a:ext cx="5702061" cy="351898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8E2D5F5-4C88-CA99-788A-5B7383921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496" y="3528204"/>
            <a:ext cx="5395503" cy="33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90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41537FF-1C34-B4AB-897F-592DD8EC9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1457" cy="359884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90CC143-B74F-DEE4-44B6-0ECB74B3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42" y="0"/>
            <a:ext cx="5831458" cy="359884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5514895-4B13-ED24-26EE-11BFB1DBC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8842"/>
            <a:ext cx="5281043" cy="325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7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2AE7535-D0E4-F039-BFC9-4FC56874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0950"/>
            <a:ext cx="5423459" cy="334704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91FACAF-9D3F-1F62-9E29-271099CCC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0687" cy="352431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CF13460-9D50-B04A-5416-D078590C9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312" y="0"/>
            <a:ext cx="5710687" cy="352431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7F0172-B365-0B36-AD7E-62A63BDDA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539" y="3510949"/>
            <a:ext cx="5423459" cy="334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74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AB0EDD7-1CC3-2DF0-9C8B-8E7B19CEB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2579" cy="369210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6682E84-EE56-B2BB-1C60-DF2D8DAF5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420" y="0"/>
            <a:ext cx="5982580" cy="369210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3C678A6-A86C-9BC9-B187-74B754924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2106"/>
            <a:ext cx="5129921" cy="316589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5C5F4A3-F5C0-1CB5-31E4-E6A6F451D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362" y="3518246"/>
            <a:ext cx="5411638" cy="33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0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A3D5EFE-47F0-0B99-ACF3-993A9012F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9576"/>
            <a:ext cx="5409482" cy="33384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8C6E2B6-00C4-DE1E-662F-774795DF1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7E43DE2-2C53-1074-9794-6DD80F16A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EEEA3F5-33DE-704C-8B9B-23BCBF6DA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7" y="3428998"/>
            <a:ext cx="55562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3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90115DA-02ED-8F2B-529B-E57B2C56C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26347" cy="36574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3C500C2-103A-B23E-3498-2551AFDA4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652" y="0"/>
            <a:ext cx="5926348" cy="36574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9ECAD4A-BD81-3075-8B2F-4E96D3928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7142"/>
            <a:ext cx="5218981" cy="32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1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FB67C84-85B0-34D9-BF11-C9501C3D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8204"/>
            <a:ext cx="5395503" cy="332979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7178B0E-A0DC-1540-DC9D-04F89728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89917" cy="34497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CBE1608-71C0-E218-9361-E3C690DFA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002" y="0"/>
            <a:ext cx="5716997" cy="35282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A1EFF74-9EED-0CFB-5580-9176C7F2C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496" y="3528202"/>
            <a:ext cx="5395504" cy="332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52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CDCB510-DCB6-61B7-B658-021088FC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9917" cy="34497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13DAF21-AB72-A2E3-76CC-E2EA66D4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04" y="0"/>
            <a:ext cx="5920596" cy="36538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F60CFE2-F594-301D-0B6F-0781A9A88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5456"/>
            <a:ext cx="5367547" cy="331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86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951C2A8-46E2-F03E-C01D-86FFAD63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7574"/>
            <a:ext cx="5607170" cy="34604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6A9890E-E26C-9217-9970-30D73E7E6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34642" cy="33539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8585565-A838-0BB7-EC18-5AF654452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30" y="0"/>
            <a:ext cx="5607170" cy="34604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9E8ADB5-6326-71A8-8BEA-08075DB8D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844" y="3454360"/>
            <a:ext cx="5515155" cy="340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42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5037B2-1934-496C-2CDF-381A48310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86887" cy="357133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60173F7-A032-698E-14C0-7E297D4BF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886" y="0"/>
            <a:ext cx="6024113" cy="371773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3DD253C-B24B-3AFE-F86F-D3E662F7E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9084"/>
            <a:ext cx="5167223" cy="31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92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EEF8BC1-BABE-ACEB-4CA7-C5A7DE35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4468"/>
            <a:ext cx="5255723" cy="32435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3F2E3FC-FB4A-C4F7-19DC-1CCFF2CC2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3018" cy="35195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B8DDE90-96B4-103D-8675-DAA6B1997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980" y="0"/>
            <a:ext cx="5703019" cy="351957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0698B6F-DD8B-20BD-509D-675DD6639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518" y="3519576"/>
            <a:ext cx="5409482" cy="33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09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03A2338-1984-4649-EB3E-00DBFA550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98543" cy="34551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D923DA7-7C6F-0A8F-C298-3C5FD1C0B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56" y="1"/>
            <a:ext cx="5940644" cy="366622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A50C19A-B57E-F55E-8F28-960B7DEC1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72105"/>
            <a:ext cx="5486400" cy="33858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77F7509-DF89-CDEA-939F-47942C874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242" y="3534218"/>
            <a:ext cx="5385758" cy="33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96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C9D8F9-E54D-A560-914B-C2A8F072A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7B77E5E-0D0C-1816-03F0-CF693F51F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1894" cy="336459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A826370-72CA-F90E-4AE5-CE3B91E2E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844" y="0"/>
            <a:ext cx="5515155" cy="34036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318D7C9-1EF0-AA50-D3B7-78C8BD148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844" y="3454360"/>
            <a:ext cx="5515156" cy="340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81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16A47F5-A9A4-9747-2B2F-DEB20669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86887" cy="357133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47DD151-636F-9DD7-6ADB-74836C40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112" y="0"/>
            <a:ext cx="5786887" cy="357133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E2F8243-752D-9EBF-FD0A-0CB160D1F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15848"/>
            <a:ext cx="5253487" cy="324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38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C9DF5ED-FE5B-9B2F-0233-1B45D3B84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2324"/>
            <a:ext cx="5437436" cy="335567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E1CBA0B-03C9-99FD-DE6C-A844925A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37436" cy="33556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F7C24D0-4F75-A627-19B2-F068292FA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564" y="0"/>
            <a:ext cx="5437436" cy="33556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740F8D9-0CAF-4160-04D8-BC759FEAE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562" y="3502324"/>
            <a:ext cx="5437438" cy="335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27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84186F9-79B2-20F1-6DBC-F6088D69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AB16745-F8AA-C1C9-71D7-85BBCEC8D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1B48BEB-CFEB-44EE-0608-63581F695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19576"/>
            <a:ext cx="5409482" cy="33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12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E1373DA-5EF7-0DBF-F1EA-940F3BBF7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4696"/>
            <a:ext cx="5417389" cy="33433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6267B1D-5EAC-9F5E-F715-54BF835E6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17389" cy="33433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E116DE4-ABC7-28A4-61CD-ED1DF42CE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610" y="0"/>
            <a:ext cx="5417390" cy="33433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0DCC126-8F22-1A26-5154-BEF0203F8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90" y="3343303"/>
            <a:ext cx="5695109" cy="351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65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085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54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2</cp:revision>
  <dcterms:created xsi:type="dcterms:W3CDTF">2024-11-03T22:26:23Z</dcterms:created>
  <dcterms:modified xsi:type="dcterms:W3CDTF">2024-11-06T20:26:38Z</dcterms:modified>
</cp:coreProperties>
</file>