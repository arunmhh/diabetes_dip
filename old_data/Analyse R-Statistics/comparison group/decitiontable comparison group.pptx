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3F64DA-A789-4E6D-9172-A41FB25B3FAF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C28AAD08-D2F4-4719-BE72-95F7949EB176}">
      <dgm:prSet phldrT="[Text]"/>
      <dgm:spPr/>
      <dgm:t>
        <a:bodyPr/>
        <a:lstStyle/>
        <a:p>
          <a:r>
            <a:rPr lang="de-DE" dirty="0"/>
            <a:t>Controlgroup1</a:t>
          </a:r>
        </a:p>
      </dgm:t>
    </dgm:pt>
    <dgm:pt modelId="{9EAC262C-F0BB-4006-9665-2E041F7AC1B8}" type="parTrans" cxnId="{01222B6A-A72F-4FF6-B74F-C820D4332220}">
      <dgm:prSet/>
      <dgm:spPr/>
      <dgm:t>
        <a:bodyPr/>
        <a:lstStyle/>
        <a:p>
          <a:endParaRPr lang="de-DE"/>
        </a:p>
      </dgm:t>
    </dgm:pt>
    <dgm:pt modelId="{400F934E-750B-4D6E-B611-3C1935ED3293}" type="sibTrans" cxnId="{01222B6A-A72F-4FF6-B74F-C820D4332220}">
      <dgm:prSet/>
      <dgm:spPr/>
      <dgm:t>
        <a:bodyPr/>
        <a:lstStyle/>
        <a:p>
          <a:endParaRPr lang="de-DE"/>
        </a:p>
      </dgm:t>
    </dgm:pt>
    <dgm:pt modelId="{BC9ECD80-CB85-4404-9ED8-FB95AF8A23F1}">
      <dgm:prSet phldrT="[Text]"/>
      <dgm:spPr/>
      <dgm:t>
        <a:bodyPr/>
        <a:lstStyle/>
        <a:p>
          <a:r>
            <a:rPr lang="de-DE" dirty="0"/>
            <a:t>Table 1</a:t>
          </a:r>
        </a:p>
      </dgm:t>
    </dgm:pt>
    <dgm:pt modelId="{C94030F5-E55C-4B68-AB8C-94F1D26A776B}" type="parTrans" cxnId="{D9F3DA7E-F238-4097-A313-15CF9AE4AA73}">
      <dgm:prSet/>
      <dgm:spPr/>
      <dgm:t>
        <a:bodyPr/>
        <a:lstStyle/>
        <a:p>
          <a:endParaRPr lang="de-DE"/>
        </a:p>
      </dgm:t>
    </dgm:pt>
    <dgm:pt modelId="{DFF3CCC1-31EC-446C-9FC8-F3AA4A2A8298}" type="sibTrans" cxnId="{D9F3DA7E-F238-4097-A313-15CF9AE4AA73}">
      <dgm:prSet/>
      <dgm:spPr/>
      <dgm:t>
        <a:bodyPr/>
        <a:lstStyle/>
        <a:p>
          <a:endParaRPr lang="de-DE"/>
        </a:p>
      </dgm:t>
    </dgm:pt>
    <dgm:pt modelId="{286C4349-749C-4CA2-9A33-FF7636BE6EF2}">
      <dgm:prSet phldrT="[Text]"/>
      <dgm:spPr/>
      <dgm:t>
        <a:bodyPr/>
        <a:lstStyle/>
        <a:p>
          <a:r>
            <a:rPr lang="de-DE" dirty="0"/>
            <a:t>Table 2</a:t>
          </a:r>
        </a:p>
      </dgm:t>
    </dgm:pt>
    <dgm:pt modelId="{237C7C2F-D63F-484B-AB99-381262C7676D}" type="parTrans" cxnId="{EBD12278-0874-42BB-811C-6CBCC53C20D5}">
      <dgm:prSet/>
      <dgm:spPr/>
      <dgm:t>
        <a:bodyPr/>
        <a:lstStyle/>
        <a:p>
          <a:endParaRPr lang="de-DE"/>
        </a:p>
      </dgm:t>
    </dgm:pt>
    <dgm:pt modelId="{5E2EF1F0-A452-4048-B985-3E3BB5CC86AD}" type="sibTrans" cxnId="{EBD12278-0874-42BB-811C-6CBCC53C20D5}">
      <dgm:prSet/>
      <dgm:spPr/>
      <dgm:t>
        <a:bodyPr/>
        <a:lstStyle/>
        <a:p>
          <a:endParaRPr lang="de-DE"/>
        </a:p>
      </dgm:t>
    </dgm:pt>
    <dgm:pt modelId="{2375620F-1905-445C-978C-543277D7204A}">
      <dgm:prSet phldrT="[Text]"/>
      <dgm:spPr/>
      <dgm:t>
        <a:bodyPr/>
        <a:lstStyle/>
        <a:p>
          <a:r>
            <a:rPr lang="de-DE" dirty="0"/>
            <a:t>Labvaluecount</a:t>
          </a:r>
          <a:r>
            <a:rPr lang="de-DE" dirty="0">
              <a:latin typeface="Calibri" panose="020F0502020204030204" pitchFamily="34" charset="0"/>
              <a:cs typeface="Calibri" panose="020F0502020204030204" pitchFamily="34" charset="0"/>
            </a:rPr>
            <a:t>≥</a:t>
          </a:r>
          <a:r>
            <a:rPr lang="de-DE" dirty="0"/>
            <a:t>2 (</a:t>
          </a:r>
          <a:r>
            <a:rPr lang="de-DE" dirty="0" err="1"/>
            <a:t>without</a:t>
          </a:r>
          <a:r>
            <a:rPr lang="de-DE" dirty="0"/>
            <a:t> time </a:t>
          </a:r>
          <a:r>
            <a:rPr lang="de-DE" dirty="0" err="1"/>
            <a:t>information</a:t>
          </a:r>
          <a:r>
            <a:rPr lang="de-DE" dirty="0"/>
            <a:t>) </a:t>
          </a:r>
        </a:p>
      </dgm:t>
    </dgm:pt>
    <dgm:pt modelId="{1F8BAB32-9C29-4DA4-8673-47F8468DAFEB}" type="parTrans" cxnId="{91F3F02A-12D5-4C6C-9A30-1DD5450919A8}">
      <dgm:prSet/>
      <dgm:spPr/>
      <dgm:t>
        <a:bodyPr/>
        <a:lstStyle/>
        <a:p>
          <a:endParaRPr lang="de-DE"/>
        </a:p>
      </dgm:t>
    </dgm:pt>
    <dgm:pt modelId="{6DD86138-D86A-4CB9-88C2-9394B36BA02D}" type="sibTrans" cxnId="{91F3F02A-12D5-4C6C-9A30-1DD5450919A8}">
      <dgm:prSet/>
      <dgm:spPr/>
      <dgm:t>
        <a:bodyPr/>
        <a:lstStyle/>
        <a:p>
          <a:endParaRPr lang="de-DE"/>
        </a:p>
      </dgm:t>
    </dgm:pt>
    <dgm:pt modelId="{56FB6365-2E08-4798-80AA-0E2A94DCC57F}">
      <dgm:prSet phldrT="[Text]"/>
      <dgm:spPr/>
      <dgm:t>
        <a:bodyPr/>
        <a:lstStyle/>
        <a:p>
          <a:r>
            <a:rPr lang="de-DE" dirty="0"/>
            <a:t> </a:t>
          </a:r>
          <a:r>
            <a:rPr lang="de-DE" dirty="0" err="1"/>
            <a:t>Labvaluecount</a:t>
          </a:r>
          <a:r>
            <a:rPr lang="de-DE" dirty="0"/>
            <a:t>=1</a:t>
          </a:r>
        </a:p>
      </dgm:t>
    </dgm:pt>
    <dgm:pt modelId="{6FA0F47E-629F-4C10-BEEF-C9C8F171A64C}" type="parTrans" cxnId="{31097284-013D-4EC2-968E-47A2CD8BD822}">
      <dgm:prSet/>
      <dgm:spPr/>
      <dgm:t>
        <a:bodyPr/>
        <a:lstStyle/>
        <a:p>
          <a:endParaRPr lang="de-DE"/>
        </a:p>
      </dgm:t>
    </dgm:pt>
    <dgm:pt modelId="{B39BDC5C-1576-4E9B-AF43-E674F14828EB}" type="sibTrans" cxnId="{31097284-013D-4EC2-968E-47A2CD8BD822}">
      <dgm:prSet/>
      <dgm:spPr/>
      <dgm:t>
        <a:bodyPr/>
        <a:lstStyle/>
        <a:p>
          <a:endParaRPr lang="de-DE"/>
        </a:p>
      </dgm:t>
    </dgm:pt>
    <dgm:pt modelId="{36570D5C-6F05-4C34-9810-D62DD311B826}">
      <dgm:prSet phldrT="[Text]"/>
      <dgm:spPr/>
      <dgm:t>
        <a:bodyPr/>
        <a:lstStyle/>
        <a:p>
          <a:r>
            <a:rPr lang="de-DE" dirty="0"/>
            <a:t>Table 3</a:t>
          </a:r>
        </a:p>
      </dgm:t>
    </dgm:pt>
    <dgm:pt modelId="{A59B45BE-95DE-492B-A16E-F6A1B88BC8BB}" type="parTrans" cxnId="{69130D92-21AA-4FB4-9580-B7DBE4EC0C35}">
      <dgm:prSet/>
      <dgm:spPr/>
      <dgm:t>
        <a:bodyPr/>
        <a:lstStyle/>
        <a:p>
          <a:endParaRPr lang="de-DE"/>
        </a:p>
      </dgm:t>
    </dgm:pt>
    <dgm:pt modelId="{2540AFA8-1115-4B5F-B6C7-621CC4184E63}" type="sibTrans" cxnId="{69130D92-21AA-4FB4-9580-B7DBE4EC0C35}">
      <dgm:prSet/>
      <dgm:spPr/>
      <dgm:t>
        <a:bodyPr/>
        <a:lstStyle/>
        <a:p>
          <a:endParaRPr lang="de-DE"/>
        </a:p>
      </dgm:t>
    </dgm:pt>
    <dgm:pt modelId="{D41B8094-05EB-4756-B618-F914AC18B2AC}">
      <dgm:prSet phldrT="[Text]"/>
      <dgm:spPr/>
      <dgm:t>
        <a:bodyPr/>
        <a:lstStyle/>
        <a:p>
          <a:r>
            <a:rPr lang="de-DE" dirty="0"/>
            <a:t>Labvaluecount</a:t>
          </a:r>
          <a:r>
            <a:rPr lang="de-DE" dirty="0">
              <a:latin typeface="Calibri" panose="020F0502020204030204" pitchFamily="34" charset="0"/>
              <a:cs typeface="Calibri" panose="020F0502020204030204" pitchFamily="34" charset="0"/>
            </a:rPr>
            <a:t>≥</a:t>
          </a:r>
          <a:r>
            <a:rPr lang="de-DE" dirty="0"/>
            <a:t>2 (</a:t>
          </a:r>
          <a:r>
            <a:rPr lang="de-DE" dirty="0" err="1"/>
            <a:t>with</a:t>
          </a:r>
          <a:r>
            <a:rPr lang="de-DE" dirty="0"/>
            <a:t> time </a:t>
          </a:r>
          <a:r>
            <a:rPr lang="de-DE" dirty="0" err="1"/>
            <a:t>information</a:t>
          </a:r>
          <a:r>
            <a:rPr lang="de-DE" dirty="0"/>
            <a:t>) </a:t>
          </a:r>
        </a:p>
      </dgm:t>
    </dgm:pt>
    <dgm:pt modelId="{97C16367-13F4-46AD-B7E0-1E745A7E8592}" type="parTrans" cxnId="{CFE16AF7-59EF-4CFF-B0FD-33139344D0B3}">
      <dgm:prSet/>
      <dgm:spPr/>
      <dgm:t>
        <a:bodyPr/>
        <a:lstStyle/>
        <a:p>
          <a:endParaRPr lang="de-DE"/>
        </a:p>
      </dgm:t>
    </dgm:pt>
    <dgm:pt modelId="{683A19A9-50B0-46E4-A871-10C61824EF09}" type="sibTrans" cxnId="{CFE16AF7-59EF-4CFF-B0FD-33139344D0B3}">
      <dgm:prSet/>
      <dgm:spPr/>
      <dgm:t>
        <a:bodyPr/>
        <a:lstStyle/>
        <a:p>
          <a:endParaRPr lang="de-DE"/>
        </a:p>
      </dgm:t>
    </dgm:pt>
    <dgm:pt modelId="{02B2325F-583F-4CED-BAC7-BD09B6C9A1F1}" type="pres">
      <dgm:prSet presAssocID="{AC3F64DA-A789-4E6D-9172-A41FB25B3FA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0FBA280-418D-4313-B116-9185F7A14C29}" type="pres">
      <dgm:prSet presAssocID="{C28AAD08-D2F4-4719-BE72-95F7949EB176}" presName="hierRoot1" presStyleCnt="0">
        <dgm:presLayoutVars>
          <dgm:hierBranch val="init"/>
        </dgm:presLayoutVars>
      </dgm:prSet>
      <dgm:spPr/>
    </dgm:pt>
    <dgm:pt modelId="{58D40FA6-9A17-4331-8787-F5654B4C4CF5}" type="pres">
      <dgm:prSet presAssocID="{C28AAD08-D2F4-4719-BE72-95F7949EB176}" presName="rootComposite1" presStyleCnt="0"/>
      <dgm:spPr/>
    </dgm:pt>
    <dgm:pt modelId="{80F786EE-2099-47B9-849F-32154D4CAD46}" type="pres">
      <dgm:prSet presAssocID="{C28AAD08-D2F4-4719-BE72-95F7949EB176}" presName="rootText1" presStyleLbl="node0" presStyleIdx="0" presStyleCnt="1">
        <dgm:presLayoutVars>
          <dgm:chPref val="3"/>
        </dgm:presLayoutVars>
      </dgm:prSet>
      <dgm:spPr/>
    </dgm:pt>
    <dgm:pt modelId="{27DBDFEA-99BE-4F44-9F54-AAD71B579188}" type="pres">
      <dgm:prSet presAssocID="{C28AAD08-D2F4-4719-BE72-95F7949EB176}" presName="rootConnector1" presStyleLbl="node1" presStyleIdx="0" presStyleCnt="0"/>
      <dgm:spPr/>
    </dgm:pt>
    <dgm:pt modelId="{68DBC7A1-50C2-41D8-B7CC-24BF8D3134B0}" type="pres">
      <dgm:prSet presAssocID="{C28AAD08-D2F4-4719-BE72-95F7949EB176}" presName="hierChild2" presStyleCnt="0"/>
      <dgm:spPr/>
    </dgm:pt>
    <dgm:pt modelId="{121EDA6A-B2DD-4ADC-AD1E-B331ACE22C91}" type="pres">
      <dgm:prSet presAssocID="{C94030F5-E55C-4B68-AB8C-94F1D26A776B}" presName="Name37" presStyleLbl="parChTrans1D2" presStyleIdx="0" presStyleCnt="3"/>
      <dgm:spPr/>
    </dgm:pt>
    <dgm:pt modelId="{42EDAEC9-E617-4E43-B55E-B557AB1ABA20}" type="pres">
      <dgm:prSet presAssocID="{BC9ECD80-CB85-4404-9ED8-FB95AF8A23F1}" presName="hierRoot2" presStyleCnt="0">
        <dgm:presLayoutVars>
          <dgm:hierBranch val="init"/>
        </dgm:presLayoutVars>
      </dgm:prSet>
      <dgm:spPr/>
    </dgm:pt>
    <dgm:pt modelId="{D0949C56-540C-4D37-A6F1-D79DC026B246}" type="pres">
      <dgm:prSet presAssocID="{BC9ECD80-CB85-4404-9ED8-FB95AF8A23F1}" presName="rootComposite" presStyleCnt="0"/>
      <dgm:spPr/>
    </dgm:pt>
    <dgm:pt modelId="{D8985D55-702A-420B-AA5F-65783F9FFCDE}" type="pres">
      <dgm:prSet presAssocID="{BC9ECD80-CB85-4404-9ED8-FB95AF8A23F1}" presName="rootText" presStyleLbl="node2" presStyleIdx="0" presStyleCnt="3">
        <dgm:presLayoutVars>
          <dgm:chPref val="3"/>
        </dgm:presLayoutVars>
      </dgm:prSet>
      <dgm:spPr/>
    </dgm:pt>
    <dgm:pt modelId="{E629904F-0775-4513-885A-48FBD5B49AF8}" type="pres">
      <dgm:prSet presAssocID="{BC9ECD80-CB85-4404-9ED8-FB95AF8A23F1}" presName="rootConnector" presStyleLbl="node2" presStyleIdx="0" presStyleCnt="3"/>
      <dgm:spPr/>
    </dgm:pt>
    <dgm:pt modelId="{D7E44D61-3389-4AF2-B171-C42D6654A625}" type="pres">
      <dgm:prSet presAssocID="{BC9ECD80-CB85-4404-9ED8-FB95AF8A23F1}" presName="hierChild4" presStyleCnt="0"/>
      <dgm:spPr/>
    </dgm:pt>
    <dgm:pt modelId="{8EEEF3FC-680A-450B-A725-E77B68366961}" type="pres">
      <dgm:prSet presAssocID="{6FA0F47E-629F-4C10-BEEF-C9C8F171A64C}" presName="Name37" presStyleLbl="parChTrans1D3" presStyleIdx="0" presStyleCnt="3"/>
      <dgm:spPr/>
    </dgm:pt>
    <dgm:pt modelId="{D5A9F33E-64F1-4A33-B92F-E1D8AF5A74DF}" type="pres">
      <dgm:prSet presAssocID="{56FB6365-2E08-4798-80AA-0E2A94DCC57F}" presName="hierRoot2" presStyleCnt="0">
        <dgm:presLayoutVars>
          <dgm:hierBranch val="init"/>
        </dgm:presLayoutVars>
      </dgm:prSet>
      <dgm:spPr/>
    </dgm:pt>
    <dgm:pt modelId="{F36D71D8-68B2-44F2-9C76-31D7990B4E26}" type="pres">
      <dgm:prSet presAssocID="{56FB6365-2E08-4798-80AA-0E2A94DCC57F}" presName="rootComposite" presStyleCnt="0"/>
      <dgm:spPr/>
    </dgm:pt>
    <dgm:pt modelId="{BF552A76-D0DC-4666-B1B6-8CE8F61B2463}" type="pres">
      <dgm:prSet presAssocID="{56FB6365-2E08-4798-80AA-0E2A94DCC57F}" presName="rootText" presStyleLbl="node3" presStyleIdx="0" presStyleCnt="3">
        <dgm:presLayoutVars>
          <dgm:chPref val="3"/>
        </dgm:presLayoutVars>
      </dgm:prSet>
      <dgm:spPr/>
    </dgm:pt>
    <dgm:pt modelId="{B05E9CCF-6A9D-40F1-A2C6-BEFE148F7C48}" type="pres">
      <dgm:prSet presAssocID="{56FB6365-2E08-4798-80AA-0E2A94DCC57F}" presName="rootConnector" presStyleLbl="node3" presStyleIdx="0" presStyleCnt="3"/>
      <dgm:spPr/>
    </dgm:pt>
    <dgm:pt modelId="{43E6E2D8-B057-451B-9D3D-F705D8DDD5ED}" type="pres">
      <dgm:prSet presAssocID="{56FB6365-2E08-4798-80AA-0E2A94DCC57F}" presName="hierChild4" presStyleCnt="0"/>
      <dgm:spPr/>
    </dgm:pt>
    <dgm:pt modelId="{40CA8B67-1A7A-4CB6-B853-027989CCA8AF}" type="pres">
      <dgm:prSet presAssocID="{56FB6365-2E08-4798-80AA-0E2A94DCC57F}" presName="hierChild5" presStyleCnt="0"/>
      <dgm:spPr/>
    </dgm:pt>
    <dgm:pt modelId="{787D08D4-F32E-4727-9596-604025F55C84}" type="pres">
      <dgm:prSet presAssocID="{BC9ECD80-CB85-4404-9ED8-FB95AF8A23F1}" presName="hierChild5" presStyleCnt="0"/>
      <dgm:spPr/>
    </dgm:pt>
    <dgm:pt modelId="{B068D9C6-207F-433C-8F84-7C0EF7D295E9}" type="pres">
      <dgm:prSet presAssocID="{237C7C2F-D63F-484B-AB99-381262C7676D}" presName="Name37" presStyleLbl="parChTrans1D2" presStyleIdx="1" presStyleCnt="3"/>
      <dgm:spPr/>
    </dgm:pt>
    <dgm:pt modelId="{AA9AF77F-7400-4E35-8A10-FECC2025441C}" type="pres">
      <dgm:prSet presAssocID="{286C4349-749C-4CA2-9A33-FF7636BE6EF2}" presName="hierRoot2" presStyleCnt="0">
        <dgm:presLayoutVars>
          <dgm:hierBranch val="init"/>
        </dgm:presLayoutVars>
      </dgm:prSet>
      <dgm:spPr/>
    </dgm:pt>
    <dgm:pt modelId="{ADC2DCAC-DCD9-4BC4-87D9-55FB8EB7FB1D}" type="pres">
      <dgm:prSet presAssocID="{286C4349-749C-4CA2-9A33-FF7636BE6EF2}" presName="rootComposite" presStyleCnt="0"/>
      <dgm:spPr/>
    </dgm:pt>
    <dgm:pt modelId="{5ACFB751-43D5-4849-9D57-EF1585D89060}" type="pres">
      <dgm:prSet presAssocID="{286C4349-749C-4CA2-9A33-FF7636BE6EF2}" presName="rootText" presStyleLbl="node2" presStyleIdx="1" presStyleCnt="3">
        <dgm:presLayoutVars>
          <dgm:chPref val="3"/>
        </dgm:presLayoutVars>
      </dgm:prSet>
      <dgm:spPr/>
    </dgm:pt>
    <dgm:pt modelId="{74D38222-1073-4F06-AA52-BABB7A8EF540}" type="pres">
      <dgm:prSet presAssocID="{286C4349-749C-4CA2-9A33-FF7636BE6EF2}" presName="rootConnector" presStyleLbl="node2" presStyleIdx="1" presStyleCnt="3"/>
      <dgm:spPr/>
    </dgm:pt>
    <dgm:pt modelId="{8A8614DD-BE65-496E-9305-9354CC1A5D46}" type="pres">
      <dgm:prSet presAssocID="{286C4349-749C-4CA2-9A33-FF7636BE6EF2}" presName="hierChild4" presStyleCnt="0"/>
      <dgm:spPr/>
    </dgm:pt>
    <dgm:pt modelId="{D9097208-0120-48E8-8E8A-DEAADEF2F053}" type="pres">
      <dgm:prSet presAssocID="{1F8BAB32-9C29-4DA4-8673-47F8468DAFEB}" presName="Name37" presStyleLbl="parChTrans1D3" presStyleIdx="1" presStyleCnt="3"/>
      <dgm:spPr/>
    </dgm:pt>
    <dgm:pt modelId="{C86F7D31-C1C0-4F02-A093-75913DBAFF55}" type="pres">
      <dgm:prSet presAssocID="{2375620F-1905-445C-978C-543277D7204A}" presName="hierRoot2" presStyleCnt="0">
        <dgm:presLayoutVars>
          <dgm:hierBranch val="init"/>
        </dgm:presLayoutVars>
      </dgm:prSet>
      <dgm:spPr/>
    </dgm:pt>
    <dgm:pt modelId="{E5341746-0EB6-46C6-8B6E-604D5A0F4C63}" type="pres">
      <dgm:prSet presAssocID="{2375620F-1905-445C-978C-543277D7204A}" presName="rootComposite" presStyleCnt="0"/>
      <dgm:spPr/>
    </dgm:pt>
    <dgm:pt modelId="{3D43971A-E8FC-4D08-B826-E3C6BA662A4E}" type="pres">
      <dgm:prSet presAssocID="{2375620F-1905-445C-978C-543277D7204A}" presName="rootText" presStyleLbl="node3" presStyleIdx="1" presStyleCnt="3">
        <dgm:presLayoutVars>
          <dgm:chPref val="3"/>
        </dgm:presLayoutVars>
      </dgm:prSet>
      <dgm:spPr/>
    </dgm:pt>
    <dgm:pt modelId="{E926F874-4201-4376-9D29-1B0DCABFDFB5}" type="pres">
      <dgm:prSet presAssocID="{2375620F-1905-445C-978C-543277D7204A}" presName="rootConnector" presStyleLbl="node3" presStyleIdx="1" presStyleCnt="3"/>
      <dgm:spPr/>
    </dgm:pt>
    <dgm:pt modelId="{67BD3DDE-CB02-4B7A-B5A8-94F3C992740D}" type="pres">
      <dgm:prSet presAssocID="{2375620F-1905-445C-978C-543277D7204A}" presName="hierChild4" presStyleCnt="0"/>
      <dgm:spPr/>
    </dgm:pt>
    <dgm:pt modelId="{DDD68C82-0A72-4B10-9800-D3EE19EC3359}" type="pres">
      <dgm:prSet presAssocID="{2375620F-1905-445C-978C-543277D7204A}" presName="hierChild5" presStyleCnt="0"/>
      <dgm:spPr/>
    </dgm:pt>
    <dgm:pt modelId="{454AEE1A-E789-423B-81A1-8E760692D6AA}" type="pres">
      <dgm:prSet presAssocID="{286C4349-749C-4CA2-9A33-FF7636BE6EF2}" presName="hierChild5" presStyleCnt="0"/>
      <dgm:spPr/>
    </dgm:pt>
    <dgm:pt modelId="{66FDFB54-92FF-4F16-AE22-B05AB4E291C3}" type="pres">
      <dgm:prSet presAssocID="{A59B45BE-95DE-492B-A16E-F6A1B88BC8BB}" presName="Name37" presStyleLbl="parChTrans1D2" presStyleIdx="2" presStyleCnt="3"/>
      <dgm:spPr/>
    </dgm:pt>
    <dgm:pt modelId="{BCAAE2A2-FF9A-4524-BDF9-377BBE995914}" type="pres">
      <dgm:prSet presAssocID="{36570D5C-6F05-4C34-9810-D62DD311B826}" presName="hierRoot2" presStyleCnt="0">
        <dgm:presLayoutVars>
          <dgm:hierBranch val="init"/>
        </dgm:presLayoutVars>
      </dgm:prSet>
      <dgm:spPr/>
    </dgm:pt>
    <dgm:pt modelId="{A9EB603D-463D-4782-BD8C-30F4A14325C8}" type="pres">
      <dgm:prSet presAssocID="{36570D5C-6F05-4C34-9810-D62DD311B826}" presName="rootComposite" presStyleCnt="0"/>
      <dgm:spPr/>
    </dgm:pt>
    <dgm:pt modelId="{0872C477-122F-4F41-B32D-22FC6A457404}" type="pres">
      <dgm:prSet presAssocID="{36570D5C-6F05-4C34-9810-D62DD311B826}" presName="rootText" presStyleLbl="node2" presStyleIdx="2" presStyleCnt="3">
        <dgm:presLayoutVars>
          <dgm:chPref val="3"/>
        </dgm:presLayoutVars>
      </dgm:prSet>
      <dgm:spPr/>
    </dgm:pt>
    <dgm:pt modelId="{9F50AFE7-39A2-4BEC-81FC-AD84589CFE30}" type="pres">
      <dgm:prSet presAssocID="{36570D5C-6F05-4C34-9810-D62DD311B826}" presName="rootConnector" presStyleLbl="node2" presStyleIdx="2" presStyleCnt="3"/>
      <dgm:spPr/>
    </dgm:pt>
    <dgm:pt modelId="{81DEE8CF-1568-482D-AF21-BDAD7567D8B4}" type="pres">
      <dgm:prSet presAssocID="{36570D5C-6F05-4C34-9810-D62DD311B826}" presName="hierChild4" presStyleCnt="0"/>
      <dgm:spPr/>
    </dgm:pt>
    <dgm:pt modelId="{93FED7A2-895F-4D76-8629-0D4FCAAAC012}" type="pres">
      <dgm:prSet presAssocID="{97C16367-13F4-46AD-B7E0-1E745A7E8592}" presName="Name37" presStyleLbl="parChTrans1D3" presStyleIdx="2" presStyleCnt="3"/>
      <dgm:spPr/>
    </dgm:pt>
    <dgm:pt modelId="{D7EF74E4-4B82-4038-8FC4-4B5D4702981F}" type="pres">
      <dgm:prSet presAssocID="{D41B8094-05EB-4756-B618-F914AC18B2AC}" presName="hierRoot2" presStyleCnt="0">
        <dgm:presLayoutVars>
          <dgm:hierBranch val="init"/>
        </dgm:presLayoutVars>
      </dgm:prSet>
      <dgm:spPr/>
    </dgm:pt>
    <dgm:pt modelId="{840E0E90-77E6-4EA5-A441-EC7212DD522D}" type="pres">
      <dgm:prSet presAssocID="{D41B8094-05EB-4756-B618-F914AC18B2AC}" presName="rootComposite" presStyleCnt="0"/>
      <dgm:spPr/>
    </dgm:pt>
    <dgm:pt modelId="{0B7BA1A8-40EE-4130-AF72-6628481F6534}" type="pres">
      <dgm:prSet presAssocID="{D41B8094-05EB-4756-B618-F914AC18B2AC}" presName="rootText" presStyleLbl="node3" presStyleIdx="2" presStyleCnt="3">
        <dgm:presLayoutVars>
          <dgm:chPref val="3"/>
        </dgm:presLayoutVars>
      </dgm:prSet>
      <dgm:spPr/>
    </dgm:pt>
    <dgm:pt modelId="{B8DEFD0C-0BF8-4CD4-BC50-30FDBC4231A9}" type="pres">
      <dgm:prSet presAssocID="{D41B8094-05EB-4756-B618-F914AC18B2AC}" presName="rootConnector" presStyleLbl="node3" presStyleIdx="2" presStyleCnt="3"/>
      <dgm:spPr/>
    </dgm:pt>
    <dgm:pt modelId="{422A9762-98C7-4922-9E68-BF47225D9875}" type="pres">
      <dgm:prSet presAssocID="{D41B8094-05EB-4756-B618-F914AC18B2AC}" presName="hierChild4" presStyleCnt="0"/>
      <dgm:spPr/>
    </dgm:pt>
    <dgm:pt modelId="{D136FE5A-0569-453B-B2E7-A620491161A5}" type="pres">
      <dgm:prSet presAssocID="{D41B8094-05EB-4756-B618-F914AC18B2AC}" presName="hierChild5" presStyleCnt="0"/>
      <dgm:spPr/>
    </dgm:pt>
    <dgm:pt modelId="{0A24D6A7-DD41-421D-A24A-12368B6A7CEE}" type="pres">
      <dgm:prSet presAssocID="{36570D5C-6F05-4C34-9810-D62DD311B826}" presName="hierChild5" presStyleCnt="0"/>
      <dgm:spPr/>
    </dgm:pt>
    <dgm:pt modelId="{BF85100A-972D-459B-86BE-6B8E9321A976}" type="pres">
      <dgm:prSet presAssocID="{C28AAD08-D2F4-4719-BE72-95F7949EB176}" presName="hierChild3" presStyleCnt="0"/>
      <dgm:spPr/>
    </dgm:pt>
  </dgm:ptLst>
  <dgm:cxnLst>
    <dgm:cxn modelId="{43ABC507-403D-492A-B59E-5F9651F19C35}" type="presOf" srcId="{237C7C2F-D63F-484B-AB99-381262C7676D}" destId="{B068D9C6-207F-433C-8F84-7C0EF7D295E9}" srcOrd="0" destOrd="0" presId="urn:microsoft.com/office/officeart/2005/8/layout/orgChart1"/>
    <dgm:cxn modelId="{E6F9D90D-412D-4A79-8D81-20EB9698EF56}" type="presOf" srcId="{C94030F5-E55C-4B68-AB8C-94F1D26A776B}" destId="{121EDA6A-B2DD-4ADC-AD1E-B331ACE22C91}" srcOrd="0" destOrd="0" presId="urn:microsoft.com/office/officeart/2005/8/layout/orgChart1"/>
    <dgm:cxn modelId="{3B527F15-A9AA-4E36-B7F1-0BED7CD17FCA}" type="presOf" srcId="{2375620F-1905-445C-978C-543277D7204A}" destId="{3D43971A-E8FC-4D08-B826-E3C6BA662A4E}" srcOrd="0" destOrd="0" presId="urn:microsoft.com/office/officeart/2005/8/layout/orgChart1"/>
    <dgm:cxn modelId="{64FEE522-206E-4373-B53A-24D21B5FF99E}" type="presOf" srcId="{56FB6365-2E08-4798-80AA-0E2A94DCC57F}" destId="{BF552A76-D0DC-4666-B1B6-8CE8F61B2463}" srcOrd="0" destOrd="0" presId="urn:microsoft.com/office/officeart/2005/8/layout/orgChart1"/>
    <dgm:cxn modelId="{92C35023-4601-477E-A60A-CC51446EC604}" type="presOf" srcId="{D41B8094-05EB-4756-B618-F914AC18B2AC}" destId="{B8DEFD0C-0BF8-4CD4-BC50-30FDBC4231A9}" srcOrd="1" destOrd="0" presId="urn:microsoft.com/office/officeart/2005/8/layout/orgChart1"/>
    <dgm:cxn modelId="{91F3F02A-12D5-4C6C-9A30-1DD5450919A8}" srcId="{286C4349-749C-4CA2-9A33-FF7636BE6EF2}" destId="{2375620F-1905-445C-978C-543277D7204A}" srcOrd="0" destOrd="0" parTransId="{1F8BAB32-9C29-4DA4-8673-47F8468DAFEB}" sibTransId="{6DD86138-D86A-4CB9-88C2-9394B36BA02D}"/>
    <dgm:cxn modelId="{569B6F33-FB4A-4964-9061-7D5D38292A5A}" type="presOf" srcId="{1F8BAB32-9C29-4DA4-8673-47F8468DAFEB}" destId="{D9097208-0120-48E8-8E8A-DEAADEF2F053}" srcOrd="0" destOrd="0" presId="urn:microsoft.com/office/officeart/2005/8/layout/orgChart1"/>
    <dgm:cxn modelId="{1A4C2D66-A930-4A59-B500-CA3337EA3975}" type="presOf" srcId="{97C16367-13F4-46AD-B7E0-1E745A7E8592}" destId="{93FED7A2-895F-4D76-8629-0D4FCAAAC012}" srcOrd="0" destOrd="0" presId="urn:microsoft.com/office/officeart/2005/8/layout/orgChart1"/>
    <dgm:cxn modelId="{01222B6A-A72F-4FF6-B74F-C820D4332220}" srcId="{AC3F64DA-A789-4E6D-9172-A41FB25B3FAF}" destId="{C28AAD08-D2F4-4719-BE72-95F7949EB176}" srcOrd="0" destOrd="0" parTransId="{9EAC262C-F0BB-4006-9665-2E041F7AC1B8}" sibTransId="{400F934E-750B-4D6E-B611-3C1935ED3293}"/>
    <dgm:cxn modelId="{02D7496E-7CFF-489D-B3F8-4810A47104CF}" type="presOf" srcId="{D41B8094-05EB-4756-B618-F914AC18B2AC}" destId="{0B7BA1A8-40EE-4130-AF72-6628481F6534}" srcOrd="0" destOrd="0" presId="urn:microsoft.com/office/officeart/2005/8/layout/orgChart1"/>
    <dgm:cxn modelId="{6AA05975-55C6-4C9E-A3F3-CC46A30B5C5E}" type="presOf" srcId="{286C4349-749C-4CA2-9A33-FF7636BE6EF2}" destId="{74D38222-1073-4F06-AA52-BABB7A8EF540}" srcOrd="1" destOrd="0" presId="urn:microsoft.com/office/officeart/2005/8/layout/orgChart1"/>
    <dgm:cxn modelId="{6AD36256-7A3A-428A-8714-037AA6023827}" type="presOf" srcId="{6FA0F47E-629F-4C10-BEEF-C9C8F171A64C}" destId="{8EEEF3FC-680A-450B-A725-E77B68366961}" srcOrd="0" destOrd="0" presId="urn:microsoft.com/office/officeart/2005/8/layout/orgChart1"/>
    <dgm:cxn modelId="{EBD12278-0874-42BB-811C-6CBCC53C20D5}" srcId="{C28AAD08-D2F4-4719-BE72-95F7949EB176}" destId="{286C4349-749C-4CA2-9A33-FF7636BE6EF2}" srcOrd="1" destOrd="0" parTransId="{237C7C2F-D63F-484B-AB99-381262C7676D}" sibTransId="{5E2EF1F0-A452-4048-B985-3E3BB5CC86AD}"/>
    <dgm:cxn modelId="{D9F3DA7E-F238-4097-A313-15CF9AE4AA73}" srcId="{C28AAD08-D2F4-4719-BE72-95F7949EB176}" destId="{BC9ECD80-CB85-4404-9ED8-FB95AF8A23F1}" srcOrd="0" destOrd="0" parTransId="{C94030F5-E55C-4B68-AB8C-94F1D26A776B}" sibTransId="{DFF3CCC1-31EC-446C-9FC8-F3AA4A2A8298}"/>
    <dgm:cxn modelId="{4F4B557F-951E-4C9E-B4DF-ED129EE43A9E}" type="presOf" srcId="{BC9ECD80-CB85-4404-9ED8-FB95AF8A23F1}" destId="{E629904F-0775-4513-885A-48FBD5B49AF8}" srcOrd="1" destOrd="0" presId="urn:microsoft.com/office/officeart/2005/8/layout/orgChart1"/>
    <dgm:cxn modelId="{31097284-013D-4EC2-968E-47A2CD8BD822}" srcId="{BC9ECD80-CB85-4404-9ED8-FB95AF8A23F1}" destId="{56FB6365-2E08-4798-80AA-0E2A94DCC57F}" srcOrd="0" destOrd="0" parTransId="{6FA0F47E-629F-4C10-BEEF-C9C8F171A64C}" sibTransId="{B39BDC5C-1576-4E9B-AF43-E674F14828EB}"/>
    <dgm:cxn modelId="{61284286-2301-488F-ACD5-3B87483F8ABD}" type="presOf" srcId="{36570D5C-6F05-4C34-9810-D62DD311B826}" destId="{9F50AFE7-39A2-4BEC-81FC-AD84589CFE30}" srcOrd="1" destOrd="0" presId="urn:microsoft.com/office/officeart/2005/8/layout/orgChart1"/>
    <dgm:cxn modelId="{4E2D088A-E102-4028-8258-2400AD0C11EB}" type="presOf" srcId="{2375620F-1905-445C-978C-543277D7204A}" destId="{E926F874-4201-4376-9D29-1B0DCABFDFB5}" srcOrd="1" destOrd="0" presId="urn:microsoft.com/office/officeart/2005/8/layout/orgChart1"/>
    <dgm:cxn modelId="{178F0B8C-A543-42D3-9A3A-2249236C2819}" type="presOf" srcId="{36570D5C-6F05-4C34-9810-D62DD311B826}" destId="{0872C477-122F-4F41-B32D-22FC6A457404}" srcOrd="0" destOrd="0" presId="urn:microsoft.com/office/officeart/2005/8/layout/orgChart1"/>
    <dgm:cxn modelId="{69130D92-21AA-4FB4-9580-B7DBE4EC0C35}" srcId="{C28AAD08-D2F4-4719-BE72-95F7949EB176}" destId="{36570D5C-6F05-4C34-9810-D62DD311B826}" srcOrd="2" destOrd="0" parTransId="{A59B45BE-95DE-492B-A16E-F6A1B88BC8BB}" sibTransId="{2540AFA8-1115-4B5F-B6C7-621CC4184E63}"/>
    <dgm:cxn modelId="{9CF848B0-9467-4F34-9AD9-3D6623D2B355}" type="presOf" srcId="{BC9ECD80-CB85-4404-9ED8-FB95AF8A23F1}" destId="{D8985D55-702A-420B-AA5F-65783F9FFCDE}" srcOrd="0" destOrd="0" presId="urn:microsoft.com/office/officeart/2005/8/layout/orgChart1"/>
    <dgm:cxn modelId="{3DA4E6BD-0C0B-4F0A-8773-3291C8BC9561}" type="presOf" srcId="{286C4349-749C-4CA2-9A33-FF7636BE6EF2}" destId="{5ACFB751-43D5-4849-9D57-EF1585D89060}" srcOrd="0" destOrd="0" presId="urn:microsoft.com/office/officeart/2005/8/layout/orgChart1"/>
    <dgm:cxn modelId="{61E733D5-491B-49B2-A7D9-5327246ED48C}" type="presOf" srcId="{C28AAD08-D2F4-4719-BE72-95F7949EB176}" destId="{27DBDFEA-99BE-4F44-9F54-AAD71B579188}" srcOrd="1" destOrd="0" presId="urn:microsoft.com/office/officeart/2005/8/layout/orgChart1"/>
    <dgm:cxn modelId="{A03539DD-B60F-4918-860D-AC99E4287255}" type="presOf" srcId="{AC3F64DA-A789-4E6D-9172-A41FB25B3FAF}" destId="{02B2325F-583F-4CED-BAC7-BD09B6C9A1F1}" srcOrd="0" destOrd="0" presId="urn:microsoft.com/office/officeart/2005/8/layout/orgChart1"/>
    <dgm:cxn modelId="{F30298EA-B02E-46D8-9DA8-87D8EE228D95}" type="presOf" srcId="{56FB6365-2E08-4798-80AA-0E2A94DCC57F}" destId="{B05E9CCF-6A9D-40F1-A2C6-BEFE148F7C48}" srcOrd="1" destOrd="0" presId="urn:microsoft.com/office/officeart/2005/8/layout/orgChart1"/>
    <dgm:cxn modelId="{CFE16AF7-59EF-4CFF-B0FD-33139344D0B3}" srcId="{36570D5C-6F05-4C34-9810-D62DD311B826}" destId="{D41B8094-05EB-4756-B618-F914AC18B2AC}" srcOrd="0" destOrd="0" parTransId="{97C16367-13F4-46AD-B7E0-1E745A7E8592}" sibTransId="{683A19A9-50B0-46E4-A871-10C61824EF09}"/>
    <dgm:cxn modelId="{787D71F9-2A95-4481-B069-C7CDBBC40C6D}" type="presOf" srcId="{C28AAD08-D2F4-4719-BE72-95F7949EB176}" destId="{80F786EE-2099-47B9-849F-32154D4CAD46}" srcOrd="0" destOrd="0" presId="urn:microsoft.com/office/officeart/2005/8/layout/orgChart1"/>
    <dgm:cxn modelId="{CE85DCFD-4DF0-4ECF-A677-E609AD538E25}" type="presOf" srcId="{A59B45BE-95DE-492B-A16E-F6A1B88BC8BB}" destId="{66FDFB54-92FF-4F16-AE22-B05AB4E291C3}" srcOrd="0" destOrd="0" presId="urn:microsoft.com/office/officeart/2005/8/layout/orgChart1"/>
    <dgm:cxn modelId="{BB0F3B72-09DD-4757-AF2E-3B44D841CB3F}" type="presParOf" srcId="{02B2325F-583F-4CED-BAC7-BD09B6C9A1F1}" destId="{40FBA280-418D-4313-B116-9185F7A14C29}" srcOrd="0" destOrd="0" presId="urn:microsoft.com/office/officeart/2005/8/layout/orgChart1"/>
    <dgm:cxn modelId="{B90D1BB1-3C59-48A7-9B18-1780DCC2D683}" type="presParOf" srcId="{40FBA280-418D-4313-B116-9185F7A14C29}" destId="{58D40FA6-9A17-4331-8787-F5654B4C4CF5}" srcOrd="0" destOrd="0" presId="urn:microsoft.com/office/officeart/2005/8/layout/orgChart1"/>
    <dgm:cxn modelId="{C8D21282-DF4C-4733-A0B0-A972F2F7F27A}" type="presParOf" srcId="{58D40FA6-9A17-4331-8787-F5654B4C4CF5}" destId="{80F786EE-2099-47B9-849F-32154D4CAD46}" srcOrd="0" destOrd="0" presId="urn:microsoft.com/office/officeart/2005/8/layout/orgChart1"/>
    <dgm:cxn modelId="{CFBA7FEA-E50A-406C-A30A-82F4C0604716}" type="presParOf" srcId="{58D40FA6-9A17-4331-8787-F5654B4C4CF5}" destId="{27DBDFEA-99BE-4F44-9F54-AAD71B579188}" srcOrd="1" destOrd="0" presId="urn:microsoft.com/office/officeart/2005/8/layout/orgChart1"/>
    <dgm:cxn modelId="{5A3F92CD-D212-4999-872D-ECA2A004E772}" type="presParOf" srcId="{40FBA280-418D-4313-B116-9185F7A14C29}" destId="{68DBC7A1-50C2-41D8-B7CC-24BF8D3134B0}" srcOrd="1" destOrd="0" presId="urn:microsoft.com/office/officeart/2005/8/layout/orgChart1"/>
    <dgm:cxn modelId="{9984DBAB-E00A-4AC1-98A4-4E4726A5FDC4}" type="presParOf" srcId="{68DBC7A1-50C2-41D8-B7CC-24BF8D3134B0}" destId="{121EDA6A-B2DD-4ADC-AD1E-B331ACE22C91}" srcOrd="0" destOrd="0" presId="urn:microsoft.com/office/officeart/2005/8/layout/orgChart1"/>
    <dgm:cxn modelId="{2151426A-C027-4591-BFF0-697D8CB12694}" type="presParOf" srcId="{68DBC7A1-50C2-41D8-B7CC-24BF8D3134B0}" destId="{42EDAEC9-E617-4E43-B55E-B557AB1ABA20}" srcOrd="1" destOrd="0" presId="urn:microsoft.com/office/officeart/2005/8/layout/orgChart1"/>
    <dgm:cxn modelId="{5060E053-F1F6-455C-9A48-72F21E0E93B6}" type="presParOf" srcId="{42EDAEC9-E617-4E43-B55E-B557AB1ABA20}" destId="{D0949C56-540C-4D37-A6F1-D79DC026B246}" srcOrd="0" destOrd="0" presId="urn:microsoft.com/office/officeart/2005/8/layout/orgChart1"/>
    <dgm:cxn modelId="{B1162548-0744-488A-9A20-E44D74D51B3E}" type="presParOf" srcId="{D0949C56-540C-4D37-A6F1-D79DC026B246}" destId="{D8985D55-702A-420B-AA5F-65783F9FFCDE}" srcOrd="0" destOrd="0" presId="urn:microsoft.com/office/officeart/2005/8/layout/orgChart1"/>
    <dgm:cxn modelId="{713DE57B-4B05-44F8-9C36-56E408E75A04}" type="presParOf" srcId="{D0949C56-540C-4D37-A6F1-D79DC026B246}" destId="{E629904F-0775-4513-885A-48FBD5B49AF8}" srcOrd="1" destOrd="0" presId="urn:microsoft.com/office/officeart/2005/8/layout/orgChart1"/>
    <dgm:cxn modelId="{376692D5-E2C0-4516-B732-75F6D4A04980}" type="presParOf" srcId="{42EDAEC9-E617-4E43-B55E-B557AB1ABA20}" destId="{D7E44D61-3389-4AF2-B171-C42D6654A625}" srcOrd="1" destOrd="0" presId="urn:microsoft.com/office/officeart/2005/8/layout/orgChart1"/>
    <dgm:cxn modelId="{C30C6786-8747-4351-A789-4E39345CA3D7}" type="presParOf" srcId="{D7E44D61-3389-4AF2-B171-C42D6654A625}" destId="{8EEEF3FC-680A-450B-A725-E77B68366961}" srcOrd="0" destOrd="0" presId="urn:microsoft.com/office/officeart/2005/8/layout/orgChart1"/>
    <dgm:cxn modelId="{0FD8508E-391E-4723-8D47-3811654DFCDD}" type="presParOf" srcId="{D7E44D61-3389-4AF2-B171-C42D6654A625}" destId="{D5A9F33E-64F1-4A33-B92F-E1D8AF5A74DF}" srcOrd="1" destOrd="0" presId="urn:microsoft.com/office/officeart/2005/8/layout/orgChart1"/>
    <dgm:cxn modelId="{22E847F8-5C44-4CC0-B17B-785EAEA0F883}" type="presParOf" srcId="{D5A9F33E-64F1-4A33-B92F-E1D8AF5A74DF}" destId="{F36D71D8-68B2-44F2-9C76-31D7990B4E26}" srcOrd="0" destOrd="0" presId="urn:microsoft.com/office/officeart/2005/8/layout/orgChart1"/>
    <dgm:cxn modelId="{4DF63980-A639-4C09-8C7A-DF5D2B6CFF23}" type="presParOf" srcId="{F36D71D8-68B2-44F2-9C76-31D7990B4E26}" destId="{BF552A76-D0DC-4666-B1B6-8CE8F61B2463}" srcOrd="0" destOrd="0" presId="urn:microsoft.com/office/officeart/2005/8/layout/orgChart1"/>
    <dgm:cxn modelId="{B17DA4E2-BBA6-4F79-84CE-6D4EBD51659A}" type="presParOf" srcId="{F36D71D8-68B2-44F2-9C76-31D7990B4E26}" destId="{B05E9CCF-6A9D-40F1-A2C6-BEFE148F7C48}" srcOrd="1" destOrd="0" presId="urn:microsoft.com/office/officeart/2005/8/layout/orgChart1"/>
    <dgm:cxn modelId="{77082359-5DA0-4357-AE3E-53CCE484F9BD}" type="presParOf" srcId="{D5A9F33E-64F1-4A33-B92F-E1D8AF5A74DF}" destId="{43E6E2D8-B057-451B-9D3D-F705D8DDD5ED}" srcOrd="1" destOrd="0" presId="urn:microsoft.com/office/officeart/2005/8/layout/orgChart1"/>
    <dgm:cxn modelId="{03359FA1-230E-466A-B5F2-39BAB6BCCC66}" type="presParOf" srcId="{D5A9F33E-64F1-4A33-B92F-E1D8AF5A74DF}" destId="{40CA8B67-1A7A-4CB6-B853-027989CCA8AF}" srcOrd="2" destOrd="0" presId="urn:microsoft.com/office/officeart/2005/8/layout/orgChart1"/>
    <dgm:cxn modelId="{5A5820CC-2C05-410B-893E-942884A7623A}" type="presParOf" srcId="{42EDAEC9-E617-4E43-B55E-B557AB1ABA20}" destId="{787D08D4-F32E-4727-9596-604025F55C84}" srcOrd="2" destOrd="0" presId="urn:microsoft.com/office/officeart/2005/8/layout/orgChart1"/>
    <dgm:cxn modelId="{D3ABD241-F586-4CC3-A16A-24987C7DB0B6}" type="presParOf" srcId="{68DBC7A1-50C2-41D8-B7CC-24BF8D3134B0}" destId="{B068D9C6-207F-433C-8F84-7C0EF7D295E9}" srcOrd="2" destOrd="0" presId="urn:microsoft.com/office/officeart/2005/8/layout/orgChart1"/>
    <dgm:cxn modelId="{8AB40AC9-F9EB-40F5-A288-F869C02DF05F}" type="presParOf" srcId="{68DBC7A1-50C2-41D8-B7CC-24BF8D3134B0}" destId="{AA9AF77F-7400-4E35-8A10-FECC2025441C}" srcOrd="3" destOrd="0" presId="urn:microsoft.com/office/officeart/2005/8/layout/orgChart1"/>
    <dgm:cxn modelId="{30BB9721-CAFA-4D6D-AA01-780CB3C308D7}" type="presParOf" srcId="{AA9AF77F-7400-4E35-8A10-FECC2025441C}" destId="{ADC2DCAC-DCD9-4BC4-87D9-55FB8EB7FB1D}" srcOrd="0" destOrd="0" presId="urn:microsoft.com/office/officeart/2005/8/layout/orgChart1"/>
    <dgm:cxn modelId="{4C79FEBC-BA5D-4F24-87B5-003DBDFA47A2}" type="presParOf" srcId="{ADC2DCAC-DCD9-4BC4-87D9-55FB8EB7FB1D}" destId="{5ACFB751-43D5-4849-9D57-EF1585D89060}" srcOrd="0" destOrd="0" presId="urn:microsoft.com/office/officeart/2005/8/layout/orgChart1"/>
    <dgm:cxn modelId="{06926B18-F946-4199-B868-41541BBAD5BA}" type="presParOf" srcId="{ADC2DCAC-DCD9-4BC4-87D9-55FB8EB7FB1D}" destId="{74D38222-1073-4F06-AA52-BABB7A8EF540}" srcOrd="1" destOrd="0" presId="urn:microsoft.com/office/officeart/2005/8/layout/orgChart1"/>
    <dgm:cxn modelId="{B081BF62-2988-4FE4-A2C5-F3191244E716}" type="presParOf" srcId="{AA9AF77F-7400-4E35-8A10-FECC2025441C}" destId="{8A8614DD-BE65-496E-9305-9354CC1A5D46}" srcOrd="1" destOrd="0" presId="urn:microsoft.com/office/officeart/2005/8/layout/orgChart1"/>
    <dgm:cxn modelId="{71FE0C2F-BFF2-46B7-A091-63D7E17D037A}" type="presParOf" srcId="{8A8614DD-BE65-496E-9305-9354CC1A5D46}" destId="{D9097208-0120-48E8-8E8A-DEAADEF2F053}" srcOrd="0" destOrd="0" presId="urn:microsoft.com/office/officeart/2005/8/layout/orgChart1"/>
    <dgm:cxn modelId="{FE129445-6A57-4766-8C8D-8B54C36FD62D}" type="presParOf" srcId="{8A8614DD-BE65-496E-9305-9354CC1A5D46}" destId="{C86F7D31-C1C0-4F02-A093-75913DBAFF55}" srcOrd="1" destOrd="0" presId="urn:microsoft.com/office/officeart/2005/8/layout/orgChart1"/>
    <dgm:cxn modelId="{14DA7FDC-A3CC-4280-9FC6-65A68DF07BAA}" type="presParOf" srcId="{C86F7D31-C1C0-4F02-A093-75913DBAFF55}" destId="{E5341746-0EB6-46C6-8B6E-604D5A0F4C63}" srcOrd="0" destOrd="0" presId="urn:microsoft.com/office/officeart/2005/8/layout/orgChart1"/>
    <dgm:cxn modelId="{BFC8ADD7-FE75-4182-8D4E-A43C294F9243}" type="presParOf" srcId="{E5341746-0EB6-46C6-8B6E-604D5A0F4C63}" destId="{3D43971A-E8FC-4D08-B826-E3C6BA662A4E}" srcOrd="0" destOrd="0" presId="urn:microsoft.com/office/officeart/2005/8/layout/orgChart1"/>
    <dgm:cxn modelId="{83C6EDCE-F5F4-487B-84D9-3B77E97286CC}" type="presParOf" srcId="{E5341746-0EB6-46C6-8B6E-604D5A0F4C63}" destId="{E926F874-4201-4376-9D29-1B0DCABFDFB5}" srcOrd="1" destOrd="0" presId="urn:microsoft.com/office/officeart/2005/8/layout/orgChart1"/>
    <dgm:cxn modelId="{190E5015-58B5-4BCC-B911-DF78BAA96FA8}" type="presParOf" srcId="{C86F7D31-C1C0-4F02-A093-75913DBAFF55}" destId="{67BD3DDE-CB02-4B7A-B5A8-94F3C992740D}" srcOrd="1" destOrd="0" presId="urn:microsoft.com/office/officeart/2005/8/layout/orgChart1"/>
    <dgm:cxn modelId="{B62E4711-996F-44F0-9860-FC50F141443A}" type="presParOf" srcId="{C86F7D31-C1C0-4F02-A093-75913DBAFF55}" destId="{DDD68C82-0A72-4B10-9800-D3EE19EC3359}" srcOrd="2" destOrd="0" presId="urn:microsoft.com/office/officeart/2005/8/layout/orgChart1"/>
    <dgm:cxn modelId="{340E0016-FBAF-4DCD-BA8E-C059D662A14F}" type="presParOf" srcId="{AA9AF77F-7400-4E35-8A10-FECC2025441C}" destId="{454AEE1A-E789-423B-81A1-8E760692D6AA}" srcOrd="2" destOrd="0" presId="urn:microsoft.com/office/officeart/2005/8/layout/orgChart1"/>
    <dgm:cxn modelId="{ABBE11E5-2675-4B20-95C6-4B3C42347543}" type="presParOf" srcId="{68DBC7A1-50C2-41D8-B7CC-24BF8D3134B0}" destId="{66FDFB54-92FF-4F16-AE22-B05AB4E291C3}" srcOrd="4" destOrd="0" presId="urn:microsoft.com/office/officeart/2005/8/layout/orgChart1"/>
    <dgm:cxn modelId="{0AD57373-FA56-403C-B875-121B6EE1107B}" type="presParOf" srcId="{68DBC7A1-50C2-41D8-B7CC-24BF8D3134B0}" destId="{BCAAE2A2-FF9A-4524-BDF9-377BBE995914}" srcOrd="5" destOrd="0" presId="urn:microsoft.com/office/officeart/2005/8/layout/orgChart1"/>
    <dgm:cxn modelId="{912FEC07-CBC0-4302-816C-57CC2DE5B991}" type="presParOf" srcId="{BCAAE2A2-FF9A-4524-BDF9-377BBE995914}" destId="{A9EB603D-463D-4782-BD8C-30F4A14325C8}" srcOrd="0" destOrd="0" presId="urn:microsoft.com/office/officeart/2005/8/layout/orgChart1"/>
    <dgm:cxn modelId="{9C52D50A-BA3C-4B19-8DE4-93DE101A8276}" type="presParOf" srcId="{A9EB603D-463D-4782-BD8C-30F4A14325C8}" destId="{0872C477-122F-4F41-B32D-22FC6A457404}" srcOrd="0" destOrd="0" presId="urn:microsoft.com/office/officeart/2005/8/layout/orgChart1"/>
    <dgm:cxn modelId="{71DEC148-ADA5-4F54-BDB3-8652516940D8}" type="presParOf" srcId="{A9EB603D-463D-4782-BD8C-30F4A14325C8}" destId="{9F50AFE7-39A2-4BEC-81FC-AD84589CFE30}" srcOrd="1" destOrd="0" presId="urn:microsoft.com/office/officeart/2005/8/layout/orgChart1"/>
    <dgm:cxn modelId="{85F46224-4B05-4AE2-AFAD-13C1E9DB42D4}" type="presParOf" srcId="{BCAAE2A2-FF9A-4524-BDF9-377BBE995914}" destId="{81DEE8CF-1568-482D-AF21-BDAD7567D8B4}" srcOrd="1" destOrd="0" presId="urn:microsoft.com/office/officeart/2005/8/layout/orgChart1"/>
    <dgm:cxn modelId="{EC8848E3-3CE7-4EAC-865E-9681ADC1B83B}" type="presParOf" srcId="{81DEE8CF-1568-482D-AF21-BDAD7567D8B4}" destId="{93FED7A2-895F-4D76-8629-0D4FCAAAC012}" srcOrd="0" destOrd="0" presId="urn:microsoft.com/office/officeart/2005/8/layout/orgChart1"/>
    <dgm:cxn modelId="{FAB5AFD7-220D-49F4-9AF0-DCE7BB8E1B9C}" type="presParOf" srcId="{81DEE8CF-1568-482D-AF21-BDAD7567D8B4}" destId="{D7EF74E4-4B82-4038-8FC4-4B5D4702981F}" srcOrd="1" destOrd="0" presId="urn:microsoft.com/office/officeart/2005/8/layout/orgChart1"/>
    <dgm:cxn modelId="{95103104-F65B-4003-8CC8-0B1A157FB40F}" type="presParOf" srcId="{D7EF74E4-4B82-4038-8FC4-4B5D4702981F}" destId="{840E0E90-77E6-4EA5-A441-EC7212DD522D}" srcOrd="0" destOrd="0" presId="urn:microsoft.com/office/officeart/2005/8/layout/orgChart1"/>
    <dgm:cxn modelId="{9E42017F-C7D7-4AA5-BC6A-FE5AF118F128}" type="presParOf" srcId="{840E0E90-77E6-4EA5-A441-EC7212DD522D}" destId="{0B7BA1A8-40EE-4130-AF72-6628481F6534}" srcOrd="0" destOrd="0" presId="urn:microsoft.com/office/officeart/2005/8/layout/orgChart1"/>
    <dgm:cxn modelId="{049DAE5F-DC6C-424B-9945-01E103BC4DC8}" type="presParOf" srcId="{840E0E90-77E6-4EA5-A441-EC7212DD522D}" destId="{B8DEFD0C-0BF8-4CD4-BC50-30FDBC4231A9}" srcOrd="1" destOrd="0" presId="urn:microsoft.com/office/officeart/2005/8/layout/orgChart1"/>
    <dgm:cxn modelId="{F87BD81C-B9FD-4874-8375-967D1B3A704E}" type="presParOf" srcId="{D7EF74E4-4B82-4038-8FC4-4B5D4702981F}" destId="{422A9762-98C7-4922-9E68-BF47225D9875}" srcOrd="1" destOrd="0" presId="urn:microsoft.com/office/officeart/2005/8/layout/orgChart1"/>
    <dgm:cxn modelId="{E37B10F7-1C91-4055-8C36-C672BEF4CEAB}" type="presParOf" srcId="{D7EF74E4-4B82-4038-8FC4-4B5D4702981F}" destId="{D136FE5A-0569-453B-B2E7-A620491161A5}" srcOrd="2" destOrd="0" presId="urn:microsoft.com/office/officeart/2005/8/layout/orgChart1"/>
    <dgm:cxn modelId="{B17D8839-6B7E-42CE-AE4D-E091B74FA540}" type="presParOf" srcId="{BCAAE2A2-FF9A-4524-BDF9-377BBE995914}" destId="{0A24D6A7-DD41-421D-A24A-12368B6A7CEE}" srcOrd="2" destOrd="0" presId="urn:microsoft.com/office/officeart/2005/8/layout/orgChart1"/>
    <dgm:cxn modelId="{FE6795C7-189C-4AC7-B12C-D3DCFD35ABDE}" type="presParOf" srcId="{40FBA280-418D-4313-B116-9185F7A14C29}" destId="{BF85100A-972D-459B-86BE-6B8E9321A97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31CD4C-01F4-49E6-A5B7-95DE83EA838A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5B147535-FDFB-41F6-87F9-C2EA6DC62B42}">
      <dgm:prSet phldrT="[Text]"/>
      <dgm:spPr/>
      <dgm:t>
        <a:bodyPr/>
        <a:lstStyle/>
        <a:p>
          <a:r>
            <a:rPr lang="de-DE" dirty="0"/>
            <a:t>Controlgroup1</a:t>
          </a:r>
        </a:p>
      </dgm:t>
    </dgm:pt>
    <dgm:pt modelId="{1297B935-5399-4E6D-A677-DAC495ABA1F0}" type="parTrans" cxnId="{33060179-CF4F-446A-B99D-46898E8D5C8F}">
      <dgm:prSet/>
      <dgm:spPr/>
      <dgm:t>
        <a:bodyPr/>
        <a:lstStyle/>
        <a:p>
          <a:endParaRPr lang="de-DE"/>
        </a:p>
      </dgm:t>
    </dgm:pt>
    <dgm:pt modelId="{0FE97CE3-56E3-4D61-A338-8226005B28B0}" type="sibTrans" cxnId="{33060179-CF4F-446A-B99D-46898E8D5C8F}">
      <dgm:prSet/>
      <dgm:spPr/>
      <dgm:t>
        <a:bodyPr/>
        <a:lstStyle/>
        <a:p>
          <a:endParaRPr lang="de-DE"/>
        </a:p>
      </dgm:t>
    </dgm:pt>
    <dgm:pt modelId="{1A39460D-4297-4EAD-9983-E1EF967A2F21}">
      <dgm:prSet phldrT="[Text]"/>
      <dgm:spPr/>
      <dgm:t>
        <a:bodyPr/>
        <a:lstStyle/>
        <a:p>
          <a:r>
            <a:rPr lang="de-DE" dirty="0"/>
            <a:t>Table 2</a:t>
          </a:r>
        </a:p>
      </dgm:t>
    </dgm:pt>
    <dgm:pt modelId="{203E6374-96E5-4B77-BDED-2AB23EE9F5BA}" type="parTrans" cxnId="{5573EC2A-FC61-4C15-90AA-924801695566}">
      <dgm:prSet/>
      <dgm:spPr/>
      <dgm:t>
        <a:bodyPr/>
        <a:lstStyle/>
        <a:p>
          <a:endParaRPr lang="de-DE"/>
        </a:p>
      </dgm:t>
    </dgm:pt>
    <dgm:pt modelId="{178DE33E-EB34-4995-90A9-E7BF990FB863}" type="sibTrans" cxnId="{5573EC2A-FC61-4C15-90AA-924801695566}">
      <dgm:prSet/>
      <dgm:spPr/>
      <dgm:t>
        <a:bodyPr/>
        <a:lstStyle/>
        <a:p>
          <a:endParaRPr lang="de-DE"/>
        </a:p>
      </dgm:t>
    </dgm:pt>
    <dgm:pt modelId="{E27557AC-BC8D-4D26-8863-46BC8526723C}">
      <dgm:prSet phldrT="[Text]"/>
      <dgm:spPr/>
      <dgm:t>
        <a:bodyPr/>
        <a:lstStyle/>
        <a:p>
          <a:r>
            <a:rPr lang="de-DE" dirty="0"/>
            <a:t>Table 1</a:t>
          </a:r>
        </a:p>
      </dgm:t>
    </dgm:pt>
    <dgm:pt modelId="{05F04C77-42D8-488B-A921-B46E8B52B20E}" type="parTrans" cxnId="{A61CDD90-726E-4CB9-AFA7-757EAB94B1CD}">
      <dgm:prSet/>
      <dgm:spPr/>
      <dgm:t>
        <a:bodyPr/>
        <a:lstStyle/>
        <a:p>
          <a:endParaRPr lang="de-DE"/>
        </a:p>
      </dgm:t>
    </dgm:pt>
    <dgm:pt modelId="{6B6AC4D2-4355-4BEF-A79A-1CBA2E3FFBB5}" type="sibTrans" cxnId="{A61CDD90-726E-4CB9-AFA7-757EAB94B1CD}">
      <dgm:prSet/>
      <dgm:spPr/>
      <dgm:t>
        <a:bodyPr/>
        <a:lstStyle/>
        <a:p>
          <a:endParaRPr lang="de-DE"/>
        </a:p>
      </dgm:t>
    </dgm:pt>
    <dgm:pt modelId="{23938D87-275E-4BB1-A07B-3F8535B35ABD}">
      <dgm:prSet phldrT="[Text]"/>
      <dgm:spPr/>
      <dgm:t>
        <a:bodyPr/>
        <a:lstStyle/>
        <a:p>
          <a:r>
            <a:rPr lang="de-DE" dirty="0" err="1"/>
            <a:t>No</a:t>
          </a:r>
          <a:r>
            <a:rPr lang="de-DE" dirty="0"/>
            <a:t> </a:t>
          </a:r>
          <a:r>
            <a:rPr lang="de-DE" dirty="0" err="1"/>
            <a:t>dosis</a:t>
          </a:r>
          <a:endParaRPr lang="de-DE" dirty="0"/>
        </a:p>
        <a:p>
          <a:r>
            <a:rPr lang="de-DE" dirty="0" err="1"/>
            <a:t>Labvaluecount</a:t>
          </a:r>
          <a:r>
            <a:rPr lang="de-DE" dirty="0"/>
            <a:t>=1-2</a:t>
          </a:r>
        </a:p>
      </dgm:t>
    </dgm:pt>
    <dgm:pt modelId="{E09D3983-4031-4784-AF85-6225FB2FF98D}" type="parTrans" cxnId="{EA838A58-76D1-461F-8FD9-EB6CA87D5753}">
      <dgm:prSet/>
      <dgm:spPr/>
      <dgm:t>
        <a:bodyPr/>
        <a:lstStyle/>
        <a:p>
          <a:endParaRPr lang="de-DE"/>
        </a:p>
      </dgm:t>
    </dgm:pt>
    <dgm:pt modelId="{DC6DE10C-81C1-46CF-B446-BADB44CBEDB3}" type="sibTrans" cxnId="{EA838A58-76D1-461F-8FD9-EB6CA87D5753}">
      <dgm:prSet/>
      <dgm:spPr/>
      <dgm:t>
        <a:bodyPr/>
        <a:lstStyle/>
        <a:p>
          <a:endParaRPr lang="de-DE"/>
        </a:p>
      </dgm:t>
    </dgm:pt>
    <dgm:pt modelId="{C852A34A-6703-4CB6-8D97-FB45C69181F2}">
      <dgm:prSet phldrT="[Text]"/>
      <dgm:spPr/>
      <dgm:t>
        <a:bodyPr/>
        <a:lstStyle/>
        <a:p>
          <a:r>
            <a:rPr lang="de-DE" dirty="0"/>
            <a:t>With </a:t>
          </a:r>
          <a:r>
            <a:rPr lang="de-DE" dirty="0" err="1"/>
            <a:t>dosis</a:t>
          </a:r>
          <a:endParaRPr lang="de-DE" dirty="0"/>
        </a:p>
      </dgm:t>
    </dgm:pt>
    <dgm:pt modelId="{511467AC-C150-43DA-9058-749AB5A86B4F}" type="parTrans" cxnId="{7A2A5ED5-E7E7-4BF1-8483-A587E8CA5927}">
      <dgm:prSet/>
      <dgm:spPr/>
      <dgm:t>
        <a:bodyPr/>
        <a:lstStyle/>
        <a:p>
          <a:endParaRPr lang="de-DE"/>
        </a:p>
      </dgm:t>
    </dgm:pt>
    <dgm:pt modelId="{62530F72-F1A6-4706-83E4-80711515E058}" type="sibTrans" cxnId="{7A2A5ED5-E7E7-4BF1-8483-A587E8CA5927}">
      <dgm:prSet/>
      <dgm:spPr/>
      <dgm:t>
        <a:bodyPr/>
        <a:lstStyle/>
        <a:p>
          <a:endParaRPr lang="de-DE"/>
        </a:p>
      </dgm:t>
    </dgm:pt>
    <dgm:pt modelId="{8C173527-6DB0-46DD-8FCE-27169CE3C971}">
      <dgm:prSet phldrT="[Text]"/>
      <dgm:spPr/>
      <dgm:t>
        <a:bodyPr/>
        <a:lstStyle/>
        <a:p>
          <a:r>
            <a:rPr lang="de-DE" dirty="0" err="1"/>
            <a:t>Labvaluecount</a:t>
          </a:r>
          <a:r>
            <a:rPr lang="de-DE" dirty="0"/>
            <a:t>=1-2</a:t>
          </a:r>
        </a:p>
      </dgm:t>
    </dgm:pt>
    <dgm:pt modelId="{682ECD90-16B0-4567-A91A-4B1FB5E1F8B6}" type="parTrans" cxnId="{2DD8A52D-FA1A-498D-ACC3-C13238130E38}">
      <dgm:prSet/>
      <dgm:spPr/>
      <dgm:t>
        <a:bodyPr/>
        <a:lstStyle/>
        <a:p>
          <a:endParaRPr lang="de-DE"/>
        </a:p>
      </dgm:t>
    </dgm:pt>
    <dgm:pt modelId="{C7014611-C0CE-4103-BE5F-B14304F6F705}" type="sibTrans" cxnId="{2DD8A52D-FA1A-498D-ACC3-C13238130E38}">
      <dgm:prSet/>
      <dgm:spPr/>
      <dgm:t>
        <a:bodyPr/>
        <a:lstStyle/>
        <a:p>
          <a:endParaRPr lang="de-DE"/>
        </a:p>
      </dgm:t>
    </dgm:pt>
    <dgm:pt modelId="{1B2B531A-6A3D-428A-821E-131881554647}">
      <dgm:prSet phldrT="[Text]"/>
      <dgm:spPr/>
      <dgm:t>
        <a:bodyPr/>
        <a:lstStyle/>
        <a:p>
          <a:r>
            <a:rPr lang="de-DE" dirty="0"/>
            <a:t>Labvaluecount</a:t>
          </a:r>
          <a:r>
            <a:rPr lang="de-DE" dirty="0">
              <a:latin typeface="Calibri" panose="020F0502020204030204" pitchFamily="34" charset="0"/>
              <a:cs typeface="Calibri" panose="020F0502020204030204" pitchFamily="34" charset="0"/>
            </a:rPr>
            <a:t>≥3</a:t>
          </a:r>
        </a:p>
        <a:p>
          <a:r>
            <a:rPr lang="de-DE" dirty="0">
              <a:latin typeface="Calibri" panose="020F0502020204030204" pitchFamily="34" charset="0"/>
              <a:cs typeface="Calibri" panose="020F0502020204030204" pitchFamily="34" charset="0"/>
            </a:rPr>
            <a:t>(</a:t>
          </a:r>
          <a:r>
            <a:rPr lang="de-DE" dirty="0" err="1">
              <a:latin typeface="Calibri" panose="020F0502020204030204" pitchFamily="34" charset="0"/>
              <a:cs typeface="Calibri" panose="020F0502020204030204" pitchFamily="34" charset="0"/>
            </a:rPr>
            <a:t>with</a:t>
          </a:r>
          <a:r>
            <a:rPr lang="de-DE" dirty="0">
              <a:latin typeface="Calibri" panose="020F0502020204030204" pitchFamily="34" charset="0"/>
              <a:cs typeface="Calibri" panose="020F0502020204030204" pitchFamily="34" charset="0"/>
            </a:rPr>
            <a:t> + </a:t>
          </a:r>
          <a:r>
            <a:rPr lang="de-DE" dirty="0" err="1">
              <a:latin typeface="Calibri" panose="020F0502020204030204" pitchFamily="34" charset="0"/>
              <a:cs typeface="Calibri" panose="020F0502020204030204" pitchFamily="34" charset="0"/>
            </a:rPr>
            <a:t>without</a:t>
          </a:r>
          <a:r>
            <a:rPr lang="de-DE" dirty="0">
              <a:latin typeface="Calibri" panose="020F0502020204030204" pitchFamily="34" charset="0"/>
              <a:cs typeface="Calibri" panose="020F0502020204030204" pitchFamily="34" charset="0"/>
            </a:rPr>
            <a:t> time </a:t>
          </a:r>
          <a:r>
            <a:rPr lang="de-DE" dirty="0" err="1">
              <a:latin typeface="Calibri" panose="020F0502020204030204" pitchFamily="34" charset="0"/>
              <a:cs typeface="Calibri" panose="020F0502020204030204" pitchFamily="34" charset="0"/>
            </a:rPr>
            <a:t>information</a:t>
          </a:r>
          <a:r>
            <a:rPr lang="de-DE" dirty="0">
              <a:latin typeface="Calibri" panose="020F0502020204030204" pitchFamily="34" charset="0"/>
              <a:cs typeface="Calibri" panose="020F0502020204030204" pitchFamily="34" charset="0"/>
            </a:rPr>
            <a:t>)</a:t>
          </a:r>
          <a:endParaRPr lang="de-DE" dirty="0"/>
        </a:p>
      </dgm:t>
    </dgm:pt>
    <dgm:pt modelId="{6903A81A-B0C9-4FBC-BB39-E9A176C16605}" type="parTrans" cxnId="{9909D185-0EAD-4AEA-866D-802470C614CB}">
      <dgm:prSet/>
      <dgm:spPr/>
      <dgm:t>
        <a:bodyPr/>
        <a:lstStyle/>
        <a:p>
          <a:endParaRPr lang="de-DE"/>
        </a:p>
      </dgm:t>
    </dgm:pt>
    <dgm:pt modelId="{B18511ED-98B6-4DBB-A7D2-852EAD152F9B}" type="sibTrans" cxnId="{9909D185-0EAD-4AEA-866D-802470C614CB}">
      <dgm:prSet/>
      <dgm:spPr/>
      <dgm:t>
        <a:bodyPr/>
        <a:lstStyle/>
        <a:p>
          <a:endParaRPr lang="de-DE"/>
        </a:p>
      </dgm:t>
    </dgm:pt>
    <dgm:pt modelId="{E1EDE36B-85C2-47B2-8745-520EC6A5633E}">
      <dgm:prSet phldrT="[Text]"/>
      <dgm:spPr/>
      <dgm:t>
        <a:bodyPr/>
        <a:lstStyle/>
        <a:p>
          <a:r>
            <a:rPr lang="de-DE" dirty="0" err="1"/>
            <a:t>No</a:t>
          </a:r>
          <a:r>
            <a:rPr lang="de-DE" dirty="0"/>
            <a:t> </a:t>
          </a:r>
          <a:r>
            <a:rPr lang="de-DE" dirty="0" err="1"/>
            <a:t>dosis</a:t>
          </a:r>
          <a:endParaRPr lang="de-DE" dirty="0"/>
        </a:p>
      </dgm:t>
    </dgm:pt>
    <dgm:pt modelId="{6103ECC8-F6FC-499D-B032-BD9A9519F6E1}" type="parTrans" cxnId="{92D4EE0E-9ECE-47BC-8E79-A4C925D78803}">
      <dgm:prSet/>
      <dgm:spPr/>
      <dgm:t>
        <a:bodyPr/>
        <a:lstStyle/>
        <a:p>
          <a:endParaRPr lang="de-DE"/>
        </a:p>
      </dgm:t>
    </dgm:pt>
    <dgm:pt modelId="{B0630CC0-017F-49C9-98F0-D836FF4FF702}" type="sibTrans" cxnId="{92D4EE0E-9ECE-47BC-8E79-A4C925D78803}">
      <dgm:prSet/>
      <dgm:spPr/>
      <dgm:t>
        <a:bodyPr/>
        <a:lstStyle/>
        <a:p>
          <a:endParaRPr lang="de-DE"/>
        </a:p>
      </dgm:t>
    </dgm:pt>
    <dgm:pt modelId="{F3AE10A2-175B-4C48-9A6C-C5FC947C7B71}">
      <dgm:prSet phldrT="[Text]"/>
      <dgm:spPr/>
      <dgm:t>
        <a:bodyPr/>
        <a:lstStyle/>
        <a:p>
          <a:r>
            <a:rPr lang="de-DE" dirty="0"/>
            <a:t>Labvaluecount</a:t>
          </a:r>
          <a:r>
            <a:rPr lang="de-DE" dirty="0">
              <a:latin typeface="Calibri" panose="020F0502020204030204" pitchFamily="34" charset="0"/>
              <a:cs typeface="Calibri" panose="020F0502020204030204" pitchFamily="34" charset="0"/>
            </a:rPr>
            <a:t>≥3</a:t>
          </a:r>
        </a:p>
        <a:p>
          <a:r>
            <a:rPr lang="de-DE" dirty="0">
              <a:latin typeface="Calibri" panose="020F0502020204030204" pitchFamily="34" charset="0"/>
              <a:cs typeface="Calibri" panose="020F0502020204030204" pitchFamily="34" charset="0"/>
            </a:rPr>
            <a:t>(</a:t>
          </a:r>
          <a:r>
            <a:rPr lang="de-DE" dirty="0" err="1">
              <a:latin typeface="Calibri" panose="020F0502020204030204" pitchFamily="34" charset="0"/>
              <a:cs typeface="Calibri" panose="020F0502020204030204" pitchFamily="34" charset="0"/>
            </a:rPr>
            <a:t>with</a:t>
          </a:r>
          <a:r>
            <a:rPr lang="de-DE" dirty="0">
              <a:latin typeface="Calibri" panose="020F0502020204030204" pitchFamily="34" charset="0"/>
              <a:cs typeface="Calibri" panose="020F0502020204030204" pitchFamily="34" charset="0"/>
            </a:rPr>
            <a:t> + </a:t>
          </a:r>
          <a:r>
            <a:rPr lang="de-DE" dirty="0" err="1">
              <a:latin typeface="Calibri" panose="020F0502020204030204" pitchFamily="34" charset="0"/>
              <a:cs typeface="Calibri" panose="020F0502020204030204" pitchFamily="34" charset="0"/>
            </a:rPr>
            <a:t>without</a:t>
          </a:r>
          <a:r>
            <a:rPr lang="de-DE" dirty="0">
              <a:latin typeface="Calibri" panose="020F0502020204030204" pitchFamily="34" charset="0"/>
              <a:cs typeface="Calibri" panose="020F0502020204030204" pitchFamily="34" charset="0"/>
            </a:rPr>
            <a:t> time </a:t>
          </a:r>
          <a:r>
            <a:rPr lang="de-DE" dirty="0" err="1">
              <a:latin typeface="Calibri" panose="020F0502020204030204" pitchFamily="34" charset="0"/>
              <a:cs typeface="Calibri" panose="020F0502020204030204" pitchFamily="34" charset="0"/>
            </a:rPr>
            <a:t>information</a:t>
          </a:r>
          <a:r>
            <a:rPr lang="de-DE" dirty="0">
              <a:latin typeface="Calibri" panose="020F0502020204030204" pitchFamily="34" charset="0"/>
              <a:cs typeface="Calibri" panose="020F0502020204030204" pitchFamily="34" charset="0"/>
            </a:rPr>
            <a:t>)</a:t>
          </a:r>
          <a:endParaRPr lang="de-DE" dirty="0"/>
        </a:p>
      </dgm:t>
    </dgm:pt>
    <dgm:pt modelId="{E0EC637C-09CB-4A3C-9D77-726A24D00186}" type="parTrans" cxnId="{95CECAF6-7FD2-4C73-8886-F24F400F845B}">
      <dgm:prSet/>
      <dgm:spPr/>
      <dgm:t>
        <a:bodyPr/>
        <a:lstStyle/>
        <a:p>
          <a:endParaRPr lang="de-DE"/>
        </a:p>
      </dgm:t>
    </dgm:pt>
    <dgm:pt modelId="{592DBE27-30E9-4C89-BF68-92CA4A363B35}" type="sibTrans" cxnId="{95CECAF6-7FD2-4C73-8886-F24F400F845B}">
      <dgm:prSet/>
      <dgm:spPr/>
      <dgm:t>
        <a:bodyPr/>
        <a:lstStyle/>
        <a:p>
          <a:endParaRPr lang="de-DE"/>
        </a:p>
      </dgm:t>
    </dgm:pt>
    <dgm:pt modelId="{D4D08FDD-46A3-4615-9EBD-29F6D3BCAD75}" type="pres">
      <dgm:prSet presAssocID="{ED31CD4C-01F4-49E6-A5B7-95DE83EA838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9C6D81D-9D2E-4C90-8CE9-173502504D51}" type="pres">
      <dgm:prSet presAssocID="{5B147535-FDFB-41F6-87F9-C2EA6DC62B42}" presName="hierRoot1" presStyleCnt="0">
        <dgm:presLayoutVars>
          <dgm:hierBranch val="init"/>
        </dgm:presLayoutVars>
      </dgm:prSet>
      <dgm:spPr/>
    </dgm:pt>
    <dgm:pt modelId="{B2B2FDFA-757E-4655-85F0-0BD1D663C1C9}" type="pres">
      <dgm:prSet presAssocID="{5B147535-FDFB-41F6-87F9-C2EA6DC62B42}" presName="rootComposite1" presStyleCnt="0"/>
      <dgm:spPr/>
    </dgm:pt>
    <dgm:pt modelId="{D123AF94-888C-4BBC-A1A1-300735653F79}" type="pres">
      <dgm:prSet presAssocID="{5B147535-FDFB-41F6-87F9-C2EA6DC62B42}" presName="rootText1" presStyleLbl="node0" presStyleIdx="0" presStyleCnt="1">
        <dgm:presLayoutVars>
          <dgm:chPref val="3"/>
        </dgm:presLayoutVars>
      </dgm:prSet>
      <dgm:spPr/>
    </dgm:pt>
    <dgm:pt modelId="{BBE5E810-73C9-466C-830F-70B58855D1E0}" type="pres">
      <dgm:prSet presAssocID="{5B147535-FDFB-41F6-87F9-C2EA6DC62B42}" presName="rootConnector1" presStyleLbl="node1" presStyleIdx="0" presStyleCnt="0"/>
      <dgm:spPr/>
    </dgm:pt>
    <dgm:pt modelId="{66FC98BC-E597-474D-AC9B-E93E97C5153E}" type="pres">
      <dgm:prSet presAssocID="{5B147535-FDFB-41F6-87F9-C2EA6DC62B42}" presName="hierChild2" presStyleCnt="0"/>
      <dgm:spPr/>
    </dgm:pt>
    <dgm:pt modelId="{1118B628-4F04-4EC3-B50A-796A2E347BBA}" type="pres">
      <dgm:prSet presAssocID="{05F04C77-42D8-488B-A921-B46E8B52B20E}" presName="Name37" presStyleLbl="parChTrans1D2" presStyleIdx="0" presStyleCnt="2"/>
      <dgm:spPr/>
    </dgm:pt>
    <dgm:pt modelId="{6AAF2642-6769-4C18-A530-3B571609CF16}" type="pres">
      <dgm:prSet presAssocID="{E27557AC-BC8D-4D26-8863-46BC8526723C}" presName="hierRoot2" presStyleCnt="0">
        <dgm:presLayoutVars>
          <dgm:hierBranch val="init"/>
        </dgm:presLayoutVars>
      </dgm:prSet>
      <dgm:spPr/>
    </dgm:pt>
    <dgm:pt modelId="{84B9745D-8AB4-427A-97C5-3E965A155087}" type="pres">
      <dgm:prSet presAssocID="{E27557AC-BC8D-4D26-8863-46BC8526723C}" presName="rootComposite" presStyleCnt="0"/>
      <dgm:spPr/>
    </dgm:pt>
    <dgm:pt modelId="{29DD33DB-B60C-4A8C-9DF5-F599BD8F813D}" type="pres">
      <dgm:prSet presAssocID="{E27557AC-BC8D-4D26-8863-46BC8526723C}" presName="rootText" presStyleLbl="node2" presStyleIdx="0" presStyleCnt="2">
        <dgm:presLayoutVars>
          <dgm:chPref val="3"/>
        </dgm:presLayoutVars>
      </dgm:prSet>
      <dgm:spPr/>
    </dgm:pt>
    <dgm:pt modelId="{496A14C6-7462-43F3-AD1A-5303DB6C3BF3}" type="pres">
      <dgm:prSet presAssocID="{E27557AC-BC8D-4D26-8863-46BC8526723C}" presName="rootConnector" presStyleLbl="node2" presStyleIdx="0" presStyleCnt="2"/>
      <dgm:spPr/>
    </dgm:pt>
    <dgm:pt modelId="{2E1FFAF7-05B2-4FF7-8972-465EF03B6A83}" type="pres">
      <dgm:prSet presAssocID="{E27557AC-BC8D-4D26-8863-46BC8526723C}" presName="hierChild4" presStyleCnt="0"/>
      <dgm:spPr/>
    </dgm:pt>
    <dgm:pt modelId="{A9BF76E9-9971-4AB5-8CA1-F2CB4C743BCE}" type="pres">
      <dgm:prSet presAssocID="{E09D3983-4031-4784-AF85-6225FB2FF98D}" presName="Name37" presStyleLbl="parChTrans1D3" presStyleIdx="0" presStyleCnt="3"/>
      <dgm:spPr/>
    </dgm:pt>
    <dgm:pt modelId="{808672EC-EF0C-4231-9AB8-0C9FC4CC0CA3}" type="pres">
      <dgm:prSet presAssocID="{23938D87-275E-4BB1-A07B-3F8535B35ABD}" presName="hierRoot2" presStyleCnt="0">
        <dgm:presLayoutVars>
          <dgm:hierBranch val="init"/>
        </dgm:presLayoutVars>
      </dgm:prSet>
      <dgm:spPr/>
    </dgm:pt>
    <dgm:pt modelId="{AC202EEC-8072-4BA2-9A34-14F91B57C9AF}" type="pres">
      <dgm:prSet presAssocID="{23938D87-275E-4BB1-A07B-3F8535B35ABD}" presName="rootComposite" presStyleCnt="0"/>
      <dgm:spPr/>
    </dgm:pt>
    <dgm:pt modelId="{5B082D8D-4E45-46BE-AC37-E12E8CBBBE85}" type="pres">
      <dgm:prSet presAssocID="{23938D87-275E-4BB1-A07B-3F8535B35ABD}" presName="rootText" presStyleLbl="node3" presStyleIdx="0" presStyleCnt="3">
        <dgm:presLayoutVars>
          <dgm:chPref val="3"/>
        </dgm:presLayoutVars>
      </dgm:prSet>
      <dgm:spPr/>
    </dgm:pt>
    <dgm:pt modelId="{215C47F5-9A7A-492C-9BBB-A8385AE438F0}" type="pres">
      <dgm:prSet presAssocID="{23938D87-275E-4BB1-A07B-3F8535B35ABD}" presName="rootConnector" presStyleLbl="node3" presStyleIdx="0" presStyleCnt="3"/>
      <dgm:spPr/>
    </dgm:pt>
    <dgm:pt modelId="{A28EDBCA-8534-47CB-A3B1-87BDB68B22D9}" type="pres">
      <dgm:prSet presAssocID="{23938D87-275E-4BB1-A07B-3F8535B35ABD}" presName="hierChild4" presStyleCnt="0"/>
      <dgm:spPr/>
    </dgm:pt>
    <dgm:pt modelId="{427C16CF-2137-4DBA-A5B2-EF6D5632DF64}" type="pres">
      <dgm:prSet presAssocID="{23938D87-275E-4BB1-A07B-3F8535B35ABD}" presName="hierChild5" presStyleCnt="0"/>
      <dgm:spPr/>
    </dgm:pt>
    <dgm:pt modelId="{8DAF0321-E32C-4510-A8A5-68A6159B79C8}" type="pres">
      <dgm:prSet presAssocID="{E27557AC-BC8D-4D26-8863-46BC8526723C}" presName="hierChild5" presStyleCnt="0"/>
      <dgm:spPr/>
    </dgm:pt>
    <dgm:pt modelId="{615B63AE-3B8A-4491-B15B-77D06DB483C5}" type="pres">
      <dgm:prSet presAssocID="{203E6374-96E5-4B77-BDED-2AB23EE9F5BA}" presName="Name37" presStyleLbl="parChTrans1D2" presStyleIdx="1" presStyleCnt="2"/>
      <dgm:spPr/>
    </dgm:pt>
    <dgm:pt modelId="{A317092F-A66D-4885-ADD6-2CC047952683}" type="pres">
      <dgm:prSet presAssocID="{1A39460D-4297-4EAD-9983-E1EF967A2F21}" presName="hierRoot2" presStyleCnt="0">
        <dgm:presLayoutVars>
          <dgm:hierBranch val="init"/>
        </dgm:presLayoutVars>
      </dgm:prSet>
      <dgm:spPr/>
    </dgm:pt>
    <dgm:pt modelId="{816F9BE9-8C91-4E50-BEBB-6B6ADB8040EC}" type="pres">
      <dgm:prSet presAssocID="{1A39460D-4297-4EAD-9983-E1EF967A2F21}" presName="rootComposite" presStyleCnt="0"/>
      <dgm:spPr/>
    </dgm:pt>
    <dgm:pt modelId="{40BD083B-8A0D-4431-A06C-8DEDFF8E7FA2}" type="pres">
      <dgm:prSet presAssocID="{1A39460D-4297-4EAD-9983-E1EF967A2F21}" presName="rootText" presStyleLbl="node2" presStyleIdx="1" presStyleCnt="2">
        <dgm:presLayoutVars>
          <dgm:chPref val="3"/>
        </dgm:presLayoutVars>
      </dgm:prSet>
      <dgm:spPr/>
    </dgm:pt>
    <dgm:pt modelId="{C068468A-A929-4C3E-8BB6-6B69C83599A6}" type="pres">
      <dgm:prSet presAssocID="{1A39460D-4297-4EAD-9983-E1EF967A2F21}" presName="rootConnector" presStyleLbl="node2" presStyleIdx="1" presStyleCnt="2"/>
      <dgm:spPr/>
    </dgm:pt>
    <dgm:pt modelId="{AF31D3B7-C0C8-401A-A0C9-0651CC3FDD68}" type="pres">
      <dgm:prSet presAssocID="{1A39460D-4297-4EAD-9983-E1EF967A2F21}" presName="hierChild4" presStyleCnt="0"/>
      <dgm:spPr/>
    </dgm:pt>
    <dgm:pt modelId="{C9B978BD-9291-4166-9A3A-1B2130C9C366}" type="pres">
      <dgm:prSet presAssocID="{511467AC-C150-43DA-9058-749AB5A86B4F}" presName="Name37" presStyleLbl="parChTrans1D3" presStyleIdx="1" presStyleCnt="3"/>
      <dgm:spPr/>
    </dgm:pt>
    <dgm:pt modelId="{88EFA6DF-55EB-4C25-8BB0-443A730A3194}" type="pres">
      <dgm:prSet presAssocID="{C852A34A-6703-4CB6-8D97-FB45C69181F2}" presName="hierRoot2" presStyleCnt="0">
        <dgm:presLayoutVars>
          <dgm:hierBranch val="init"/>
        </dgm:presLayoutVars>
      </dgm:prSet>
      <dgm:spPr/>
    </dgm:pt>
    <dgm:pt modelId="{D3C809E8-FB96-4B88-886D-5FD87DE93261}" type="pres">
      <dgm:prSet presAssocID="{C852A34A-6703-4CB6-8D97-FB45C69181F2}" presName="rootComposite" presStyleCnt="0"/>
      <dgm:spPr/>
    </dgm:pt>
    <dgm:pt modelId="{B5693C1F-5345-4403-8E9C-A07AD8E0753E}" type="pres">
      <dgm:prSet presAssocID="{C852A34A-6703-4CB6-8D97-FB45C69181F2}" presName="rootText" presStyleLbl="node3" presStyleIdx="1" presStyleCnt="3">
        <dgm:presLayoutVars>
          <dgm:chPref val="3"/>
        </dgm:presLayoutVars>
      </dgm:prSet>
      <dgm:spPr/>
    </dgm:pt>
    <dgm:pt modelId="{93D56C33-3F7B-4741-BA7D-0CF47642A590}" type="pres">
      <dgm:prSet presAssocID="{C852A34A-6703-4CB6-8D97-FB45C69181F2}" presName="rootConnector" presStyleLbl="node3" presStyleIdx="1" presStyleCnt="3"/>
      <dgm:spPr/>
    </dgm:pt>
    <dgm:pt modelId="{3B993B31-6883-4D5E-9AE0-BC6F1A8AD8A4}" type="pres">
      <dgm:prSet presAssocID="{C852A34A-6703-4CB6-8D97-FB45C69181F2}" presName="hierChild4" presStyleCnt="0"/>
      <dgm:spPr/>
    </dgm:pt>
    <dgm:pt modelId="{A93AC15A-43BF-4ED0-B5FC-80CCFADB34B0}" type="pres">
      <dgm:prSet presAssocID="{682ECD90-16B0-4567-A91A-4B1FB5E1F8B6}" presName="Name37" presStyleLbl="parChTrans1D4" presStyleIdx="0" presStyleCnt="3"/>
      <dgm:spPr/>
    </dgm:pt>
    <dgm:pt modelId="{664C2051-0715-4D9D-9927-28DBE42DBD8E}" type="pres">
      <dgm:prSet presAssocID="{8C173527-6DB0-46DD-8FCE-27169CE3C971}" presName="hierRoot2" presStyleCnt="0">
        <dgm:presLayoutVars>
          <dgm:hierBranch val="init"/>
        </dgm:presLayoutVars>
      </dgm:prSet>
      <dgm:spPr/>
    </dgm:pt>
    <dgm:pt modelId="{80EFE78D-6CD1-4A20-9C96-D364836C175C}" type="pres">
      <dgm:prSet presAssocID="{8C173527-6DB0-46DD-8FCE-27169CE3C971}" presName="rootComposite" presStyleCnt="0"/>
      <dgm:spPr/>
    </dgm:pt>
    <dgm:pt modelId="{3B683D21-06CF-4BE1-B54A-679C1E352D7C}" type="pres">
      <dgm:prSet presAssocID="{8C173527-6DB0-46DD-8FCE-27169CE3C971}" presName="rootText" presStyleLbl="node4" presStyleIdx="0" presStyleCnt="3">
        <dgm:presLayoutVars>
          <dgm:chPref val="3"/>
        </dgm:presLayoutVars>
      </dgm:prSet>
      <dgm:spPr/>
    </dgm:pt>
    <dgm:pt modelId="{1BFEB379-0BB6-47F3-94A1-98D7176AFBB7}" type="pres">
      <dgm:prSet presAssocID="{8C173527-6DB0-46DD-8FCE-27169CE3C971}" presName="rootConnector" presStyleLbl="node4" presStyleIdx="0" presStyleCnt="3"/>
      <dgm:spPr/>
    </dgm:pt>
    <dgm:pt modelId="{E58B8667-3A6A-4B48-BD21-F9E3589AA90E}" type="pres">
      <dgm:prSet presAssocID="{8C173527-6DB0-46DD-8FCE-27169CE3C971}" presName="hierChild4" presStyleCnt="0"/>
      <dgm:spPr/>
    </dgm:pt>
    <dgm:pt modelId="{B0304513-837F-497F-82F4-7CB0BFECCC93}" type="pres">
      <dgm:prSet presAssocID="{8C173527-6DB0-46DD-8FCE-27169CE3C971}" presName="hierChild5" presStyleCnt="0"/>
      <dgm:spPr/>
    </dgm:pt>
    <dgm:pt modelId="{F11B6908-C7D4-4D2E-8BF8-73D8392A1A84}" type="pres">
      <dgm:prSet presAssocID="{6903A81A-B0C9-4FBC-BB39-E9A176C16605}" presName="Name37" presStyleLbl="parChTrans1D4" presStyleIdx="1" presStyleCnt="3"/>
      <dgm:spPr/>
    </dgm:pt>
    <dgm:pt modelId="{209C62E6-C237-4F7B-B93D-10C66B2C8C8F}" type="pres">
      <dgm:prSet presAssocID="{1B2B531A-6A3D-428A-821E-131881554647}" presName="hierRoot2" presStyleCnt="0">
        <dgm:presLayoutVars>
          <dgm:hierBranch val="init"/>
        </dgm:presLayoutVars>
      </dgm:prSet>
      <dgm:spPr/>
    </dgm:pt>
    <dgm:pt modelId="{E41C5DC3-C404-4D00-9A1E-079BEAA7AF2B}" type="pres">
      <dgm:prSet presAssocID="{1B2B531A-6A3D-428A-821E-131881554647}" presName="rootComposite" presStyleCnt="0"/>
      <dgm:spPr/>
    </dgm:pt>
    <dgm:pt modelId="{A20687B0-9008-4D10-80D7-83CD102742A2}" type="pres">
      <dgm:prSet presAssocID="{1B2B531A-6A3D-428A-821E-131881554647}" presName="rootText" presStyleLbl="node4" presStyleIdx="1" presStyleCnt="3">
        <dgm:presLayoutVars>
          <dgm:chPref val="3"/>
        </dgm:presLayoutVars>
      </dgm:prSet>
      <dgm:spPr/>
    </dgm:pt>
    <dgm:pt modelId="{ED17D250-08F7-4ECF-89EE-2C7B8853A5B7}" type="pres">
      <dgm:prSet presAssocID="{1B2B531A-6A3D-428A-821E-131881554647}" presName="rootConnector" presStyleLbl="node4" presStyleIdx="1" presStyleCnt="3"/>
      <dgm:spPr/>
    </dgm:pt>
    <dgm:pt modelId="{D0125E51-2832-4D0D-A923-05DDC15C841C}" type="pres">
      <dgm:prSet presAssocID="{1B2B531A-6A3D-428A-821E-131881554647}" presName="hierChild4" presStyleCnt="0"/>
      <dgm:spPr/>
    </dgm:pt>
    <dgm:pt modelId="{E77F243C-CBBE-4306-BE0A-62D469EF43F6}" type="pres">
      <dgm:prSet presAssocID="{1B2B531A-6A3D-428A-821E-131881554647}" presName="hierChild5" presStyleCnt="0"/>
      <dgm:spPr/>
    </dgm:pt>
    <dgm:pt modelId="{FF441A59-92C9-4166-A53E-87127EFF1126}" type="pres">
      <dgm:prSet presAssocID="{C852A34A-6703-4CB6-8D97-FB45C69181F2}" presName="hierChild5" presStyleCnt="0"/>
      <dgm:spPr/>
    </dgm:pt>
    <dgm:pt modelId="{C5968170-BDD9-43EB-9E62-19F3812E9E9C}" type="pres">
      <dgm:prSet presAssocID="{6103ECC8-F6FC-499D-B032-BD9A9519F6E1}" presName="Name37" presStyleLbl="parChTrans1D3" presStyleIdx="2" presStyleCnt="3"/>
      <dgm:spPr/>
    </dgm:pt>
    <dgm:pt modelId="{9BC30E65-DB90-4163-B8DD-159ACC3E83A4}" type="pres">
      <dgm:prSet presAssocID="{E1EDE36B-85C2-47B2-8745-520EC6A5633E}" presName="hierRoot2" presStyleCnt="0">
        <dgm:presLayoutVars>
          <dgm:hierBranch val="init"/>
        </dgm:presLayoutVars>
      </dgm:prSet>
      <dgm:spPr/>
    </dgm:pt>
    <dgm:pt modelId="{D67EF3A7-750C-4155-B583-2F1E0085C348}" type="pres">
      <dgm:prSet presAssocID="{E1EDE36B-85C2-47B2-8745-520EC6A5633E}" presName="rootComposite" presStyleCnt="0"/>
      <dgm:spPr/>
    </dgm:pt>
    <dgm:pt modelId="{BB96F134-BFAD-42AB-BC90-73532D4D1C40}" type="pres">
      <dgm:prSet presAssocID="{E1EDE36B-85C2-47B2-8745-520EC6A5633E}" presName="rootText" presStyleLbl="node3" presStyleIdx="2" presStyleCnt="3">
        <dgm:presLayoutVars>
          <dgm:chPref val="3"/>
        </dgm:presLayoutVars>
      </dgm:prSet>
      <dgm:spPr/>
    </dgm:pt>
    <dgm:pt modelId="{BB4CCDA3-F02E-4185-8EE3-CA7DB0FF899F}" type="pres">
      <dgm:prSet presAssocID="{E1EDE36B-85C2-47B2-8745-520EC6A5633E}" presName="rootConnector" presStyleLbl="node3" presStyleIdx="2" presStyleCnt="3"/>
      <dgm:spPr/>
    </dgm:pt>
    <dgm:pt modelId="{09118559-5BA1-4942-8E32-006388287A5E}" type="pres">
      <dgm:prSet presAssocID="{E1EDE36B-85C2-47B2-8745-520EC6A5633E}" presName="hierChild4" presStyleCnt="0"/>
      <dgm:spPr/>
    </dgm:pt>
    <dgm:pt modelId="{EEBEFADD-3086-4597-AF15-A69CFD4855B8}" type="pres">
      <dgm:prSet presAssocID="{E0EC637C-09CB-4A3C-9D77-726A24D00186}" presName="Name37" presStyleLbl="parChTrans1D4" presStyleIdx="2" presStyleCnt="3"/>
      <dgm:spPr/>
    </dgm:pt>
    <dgm:pt modelId="{903EC3D6-DBD2-4B7A-8C6A-37E77FBBF64E}" type="pres">
      <dgm:prSet presAssocID="{F3AE10A2-175B-4C48-9A6C-C5FC947C7B71}" presName="hierRoot2" presStyleCnt="0">
        <dgm:presLayoutVars>
          <dgm:hierBranch val="init"/>
        </dgm:presLayoutVars>
      </dgm:prSet>
      <dgm:spPr/>
    </dgm:pt>
    <dgm:pt modelId="{A868EEAC-C5FF-40CC-84F8-4C75401B81AC}" type="pres">
      <dgm:prSet presAssocID="{F3AE10A2-175B-4C48-9A6C-C5FC947C7B71}" presName="rootComposite" presStyleCnt="0"/>
      <dgm:spPr/>
    </dgm:pt>
    <dgm:pt modelId="{25696F1E-A894-48BE-B66A-B703B90F484A}" type="pres">
      <dgm:prSet presAssocID="{F3AE10A2-175B-4C48-9A6C-C5FC947C7B71}" presName="rootText" presStyleLbl="node4" presStyleIdx="2" presStyleCnt="3">
        <dgm:presLayoutVars>
          <dgm:chPref val="3"/>
        </dgm:presLayoutVars>
      </dgm:prSet>
      <dgm:spPr/>
    </dgm:pt>
    <dgm:pt modelId="{218977C2-9464-4E9B-A6AF-708DA3D4AF0C}" type="pres">
      <dgm:prSet presAssocID="{F3AE10A2-175B-4C48-9A6C-C5FC947C7B71}" presName="rootConnector" presStyleLbl="node4" presStyleIdx="2" presStyleCnt="3"/>
      <dgm:spPr/>
    </dgm:pt>
    <dgm:pt modelId="{B7CEF666-32F3-4755-BA63-2563B68EDF69}" type="pres">
      <dgm:prSet presAssocID="{F3AE10A2-175B-4C48-9A6C-C5FC947C7B71}" presName="hierChild4" presStyleCnt="0"/>
      <dgm:spPr/>
    </dgm:pt>
    <dgm:pt modelId="{73E59D82-BD7B-4DE3-898E-BA20BA5DD846}" type="pres">
      <dgm:prSet presAssocID="{F3AE10A2-175B-4C48-9A6C-C5FC947C7B71}" presName="hierChild5" presStyleCnt="0"/>
      <dgm:spPr/>
    </dgm:pt>
    <dgm:pt modelId="{99722784-63D9-4B07-B925-298D2D2BCCEC}" type="pres">
      <dgm:prSet presAssocID="{E1EDE36B-85C2-47B2-8745-520EC6A5633E}" presName="hierChild5" presStyleCnt="0"/>
      <dgm:spPr/>
    </dgm:pt>
    <dgm:pt modelId="{E4C87EA1-9147-40E1-956A-DA55BA54F2DC}" type="pres">
      <dgm:prSet presAssocID="{1A39460D-4297-4EAD-9983-E1EF967A2F21}" presName="hierChild5" presStyleCnt="0"/>
      <dgm:spPr/>
    </dgm:pt>
    <dgm:pt modelId="{6633148F-FF39-40C8-AD67-E0DAC03823C2}" type="pres">
      <dgm:prSet presAssocID="{5B147535-FDFB-41F6-87F9-C2EA6DC62B42}" presName="hierChild3" presStyleCnt="0"/>
      <dgm:spPr/>
    </dgm:pt>
  </dgm:ptLst>
  <dgm:cxnLst>
    <dgm:cxn modelId="{AF12BD02-D2A7-4FA3-A0E8-132FDBB46A20}" type="presOf" srcId="{8C173527-6DB0-46DD-8FCE-27169CE3C971}" destId="{1BFEB379-0BB6-47F3-94A1-98D7176AFBB7}" srcOrd="1" destOrd="0" presId="urn:microsoft.com/office/officeart/2005/8/layout/orgChart1"/>
    <dgm:cxn modelId="{FB7FF205-267C-4251-B556-A62529F0E491}" type="presOf" srcId="{23938D87-275E-4BB1-A07B-3F8535B35ABD}" destId="{215C47F5-9A7A-492C-9BBB-A8385AE438F0}" srcOrd="1" destOrd="0" presId="urn:microsoft.com/office/officeart/2005/8/layout/orgChart1"/>
    <dgm:cxn modelId="{92D4EE0E-9ECE-47BC-8E79-A4C925D78803}" srcId="{1A39460D-4297-4EAD-9983-E1EF967A2F21}" destId="{E1EDE36B-85C2-47B2-8745-520EC6A5633E}" srcOrd="1" destOrd="0" parTransId="{6103ECC8-F6FC-499D-B032-BD9A9519F6E1}" sibTransId="{B0630CC0-017F-49C9-98F0-D836FF4FF702}"/>
    <dgm:cxn modelId="{5573EC2A-FC61-4C15-90AA-924801695566}" srcId="{5B147535-FDFB-41F6-87F9-C2EA6DC62B42}" destId="{1A39460D-4297-4EAD-9983-E1EF967A2F21}" srcOrd="1" destOrd="0" parTransId="{203E6374-96E5-4B77-BDED-2AB23EE9F5BA}" sibTransId="{178DE33E-EB34-4995-90A9-E7BF990FB863}"/>
    <dgm:cxn modelId="{2DD8A52D-FA1A-498D-ACC3-C13238130E38}" srcId="{C852A34A-6703-4CB6-8D97-FB45C69181F2}" destId="{8C173527-6DB0-46DD-8FCE-27169CE3C971}" srcOrd="0" destOrd="0" parTransId="{682ECD90-16B0-4567-A91A-4B1FB5E1F8B6}" sibTransId="{C7014611-C0CE-4103-BE5F-B14304F6F705}"/>
    <dgm:cxn modelId="{0FCCB640-D3F2-4E6C-9841-B6CE23CC3882}" type="presOf" srcId="{C852A34A-6703-4CB6-8D97-FB45C69181F2}" destId="{B5693C1F-5345-4403-8E9C-A07AD8E0753E}" srcOrd="0" destOrd="0" presId="urn:microsoft.com/office/officeart/2005/8/layout/orgChart1"/>
    <dgm:cxn modelId="{A1BE605E-EBF6-422A-88AC-8637F8BB1107}" type="presOf" srcId="{05F04C77-42D8-488B-A921-B46E8B52B20E}" destId="{1118B628-4F04-4EC3-B50A-796A2E347BBA}" srcOrd="0" destOrd="0" presId="urn:microsoft.com/office/officeart/2005/8/layout/orgChart1"/>
    <dgm:cxn modelId="{E6CA2065-1B26-49F5-8299-ABBCA74C07BD}" type="presOf" srcId="{ED31CD4C-01F4-49E6-A5B7-95DE83EA838A}" destId="{D4D08FDD-46A3-4615-9EBD-29F6D3BCAD75}" srcOrd="0" destOrd="0" presId="urn:microsoft.com/office/officeart/2005/8/layout/orgChart1"/>
    <dgm:cxn modelId="{C0F23167-FE9F-447C-8C12-AAD289FB2B4B}" type="presOf" srcId="{1A39460D-4297-4EAD-9983-E1EF967A2F21}" destId="{40BD083B-8A0D-4431-A06C-8DEDFF8E7FA2}" srcOrd="0" destOrd="0" presId="urn:microsoft.com/office/officeart/2005/8/layout/orgChart1"/>
    <dgm:cxn modelId="{F58D2949-37C9-4FD6-9363-D9F5AD87F02B}" type="presOf" srcId="{F3AE10A2-175B-4C48-9A6C-C5FC947C7B71}" destId="{218977C2-9464-4E9B-A6AF-708DA3D4AF0C}" srcOrd="1" destOrd="0" presId="urn:microsoft.com/office/officeart/2005/8/layout/orgChart1"/>
    <dgm:cxn modelId="{4AC9A26C-BA2B-4C89-9C52-639E3728E447}" type="presOf" srcId="{C852A34A-6703-4CB6-8D97-FB45C69181F2}" destId="{93D56C33-3F7B-4741-BA7D-0CF47642A590}" srcOrd="1" destOrd="0" presId="urn:microsoft.com/office/officeart/2005/8/layout/orgChart1"/>
    <dgm:cxn modelId="{105F0F50-420F-42D0-8934-B152198139FF}" type="presOf" srcId="{E27557AC-BC8D-4D26-8863-46BC8526723C}" destId="{496A14C6-7462-43F3-AD1A-5303DB6C3BF3}" srcOrd="1" destOrd="0" presId="urn:microsoft.com/office/officeart/2005/8/layout/orgChart1"/>
    <dgm:cxn modelId="{F374CA52-0456-4030-B5B3-E33B364BE8EC}" type="presOf" srcId="{1B2B531A-6A3D-428A-821E-131881554647}" destId="{A20687B0-9008-4D10-80D7-83CD102742A2}" srcOrd="0" destOrd="0" presId="urn:microsoft.com/office/officeart/2005/8/layout/orgChart1"/>
    <dgm:cxn modelId="{EA838A58-76D1-461F-8FD9-EB6CA87D5753}" srcId="{E27557AC-BC8D-4D26-8863-46BC8526723C}" destId="{23938D87-275E-4BB1-A07B-3F8535B35ABD}" srcOrd="0" destOrd="0" parTransId="{E09D3983-4031-4784-AF85-6225FB2FF98D}" sibTransId="{DC6DE10C-81C1-46CF-B446-BADB44CBEDB3}"/>
    <dgm:cxn modelId="{33060179-CF4F-446A-B99D-46898E8D5C8F}" srcId="{ED31CD4C-01F4-49E6-A5B7-95DE83EA838A}" destId="{5B147535-FDFB-41F6-87F9-C2EA6DC62B42}" srcOrd="0" destOrd="0" parTransId="{1297B935-5399-4E6D-A677-DAC495ABA1F0}" sibTransId="{0FE97CE3-56E3-4D61-A338-8226005B28B0}"/>
    <dgm:cxn modelId="{A937657A-F259-4D2C-AB8A-EE73708A04AF}" type="presOf" srcId="{E1EDE36B-85C2-47B2-8745-520EC6A5633E}" destId="{BB96F134-BFAD-42AB-BC90-73532D4D1C40}" srcOrd="0" destOrd="0" presId="urn:microsoft.com/office/officeart/2005/8/layout/orgChart1"/>
    <dgm:cxn modelId="{5BF41F7F-68E2-49F1-8A71-0FD58B4C33B2}" type="presOf" srcId="{23938D87-275E-4BB1-A07B-3F8535B35ABD}" destId="{5B082D8D-4E45-46BE-AC37-E12E8CBBBE85}" srcOrd="0" destOrd="0" presId="urn:microsoft.com/office/officeart/2005/8/layout/orgChart1"/>
    <dgm:cxn modelId="{9909D185-0EAD-4AEA-866D-802470C614CB}" srcId="{C852A34A-6703-4CB6-8D97-FB45C69181F2}" destId="{1B2B531A-6A3D-428A-821E-131881554647}" srcOrd="1" destOrd="0" parTransId="{6903A81A-B0C9-4FBC-BB39-E9A176C16605}" sibTransId="{B18511ED-98B6-4DBB-A7D2-852EAD152F9B}"/>
    <dgm:cxn modelId="{D237F287-AAA2-4E3E-A3B4-601E94DB3D01}" type="presOf" srcId="{F3AE10A2-175B-4C48-9A6C-C5FC947C7B71}" destId="{25696F1E-A894-48BE-B66A-B703B90F484A}" srcOrd="0" destOrd="0" presId="urn:microsoft.com/office/officeart/2005/8/layout/orgChart1"/>
    <dgm:cxn modelId="{9B5F848C-0D41-4938-9700-7EB9845918BD}" type="presOf" srcId="{682ECD90-16B0-4567-A91A-4B1FB5E1F8B6}" destId="{A93AC15A-43BF-4ED0-B5FC-80CCFADB34B0}" srcOrd="0" destOrd="0" presId="urn:microsoft.com/office/officeart/2005/8/layout/orgChart1"/>
    <dgm:cxn modelId="{64CCD790-CFAC-4A06-BD60-836030FDA75D}" type="presOf" srcId="{E09D3983-4031-4784-AF85-6225FB2FF98D}" destId="{A9BF76E9-9971-4AB5-8CA1-F2CB4C743BCE}" srcOrd="0" destOrd="0" presId="urn:microsoft.com/office/officeart/2005/8/layout/orgChart1"/>
    <dgm:cxn modelId="{A61CDD90-726E-4CB9-AFA7-757EAB94B1CD}" srcId="{5B147535-FDFB-41F6-87F9-C2EA6DC62B42}" destId="{E27557AC-BC8D-4D26-8863-46BC8526723C}" srcOrd="0" destOrd="0" parTransId="{05F04C77-42D8-488B-A921-B46E8B52B20E}" sibTransId="{6B6AC4D2-4355-4BEF-A79A-1CBA2E3FFBB5}"/>
    <dgm:cxn modelId="{96BCB297-ACA6-42F9-81B0-81DE4D944AAF}" type="presOf" srcId="{8C173527-6DB0-46DD-8FCE-27169CE3C971}" destId="{3B683D21-06CF-4BE1-B54A-679C1E352D7C}" srcOrd="0" destOrd="0" presId="urn:microsoft.com/office/officeart/2005/8/layout/orgChart1"/>
    <dgm:cxn modelId="{7D25CBA8-7A34-4F6D-9D3D-BEA09FD34D73}" type="presOf" srcId="{203E6374-96E5-4B77-BDED-2AB23EE9F5BA}" destId="{615B63AE-3B8A-4491-B15B-77D06DB483C5}" srcOrd="0" destOrd="0" presId="urn:microsoft.com/office/officeart/2005/8/layout/orgChart1"/>
    <dgm:cxn modelId="{75AF9CAE-D53B-4451-B458-CB1463E09F55}" type="presOf" srcId="{E27557AC-BC8D-4D26-8863-46BC8526723C}" destId="{29DD33DB-B60C-4A8C-9DF5-F599BD8F813D}" srcOrd="0" destOrd="0" presId="urn:microsoft.com/office/officeart/2005/8/layout/orgChart1"/>
    <dgm:cxn modelId="{07ECCEB8-2E5F-410E-BD77-C70438E1A8AF}" type="presOf" srcId="{E1EDE36B-85C2-47B2-8745-520EC6A5633E}" destId="{BB4CCDA3-F02E-4185-8EE3-CA7DB0FF899F}" srcOrd="1" destOrd="0" presId="urn:microsoft.com/office/officeart/2005/8/layout/orgChart1"/>
    <dgm:cxn modelId="{639AEFB8-76E3-4A4F-AC27-C3AE2CE73BF0}" type="presOf" srcId="{E0EC637C-09CB-4A3C-9D77-726A24D00186}" destId="{EEBEFADD-3086-4597-AF15-A69CFD4855B8}" srcOrd="0" destOrd="0" presId="urn:microsoft.com/office/officeart/2005/8/layout/orgChart1"/>
    <dgm:cxn modelId="{B34455BB-899E-44EF-AFA4-0528744A325B}" type="presOf" srcId="{6103ECC8-F6FC-499D-B032-BD9A9519F6E1}" destId="{C5968170-BDD9-43EB-9E62-19F3812E9E9C}" srcOrd="0" destOrd="0" presId="urn:microsoft.com/office/officeart/2005/8/layout/orgChart1"/>
    <dgm:cxn modelId="{873B82C1-0D96-4D71-AF24-F6CF586C7667}" type="presOf" srcId="{1B2B531A-6A3D-428A-821E-131881554647}" destId="{ED17D250-08F7-4ECF-89EE-2C7B8853A5B7}" srcOrd="1" destOrd="0" presId="urn:microsoft.com/office/officeart/2005/8/layout/orgChart1"/>
    <dgm:cxn modelId="{C540EAC6-5990-467A-9ABE-09270D742C28}" type="presOf" srcId="{511467AC-C150-43DA-9058-749AB5A86B4F}" destId="{C9B978BD-9291-4166-9A3A-1B2130C9C366}" srcOrd="0" destOrd="0" presId="urn:microsoft.com/office/officeart/2005/8/layout/orgChart1"/>
    <dgm:cxn modelId="{A0D64CCD-1890-423B-9EED-3E07CC1BEDAE}" type="presOf" srcId="{5B147535-FDFB-41F6-87F9-C2EA6DC62B42}" destId="{D123AF94-888C-4BBC-A1A1-300735653F79}" srcOrd="0" destOrd="0" presId="urn:microsoft.com/office/officeart/2005/8/layout/orgChart1"/>
    <dgm:cxn modelId="{7A2A5ED5-E7E7-4BF1-8483-A587E8CA5927}" srcId="{1A39460D-4297-4EAD-9983-E1EF967A2F21}" destId="{C852A34A-6703-4CB6-8D97-FB45C69181F2}" srcOrd="0" destOrd="0" parTransId="{511467AC-C150-43DA-9058-749AB5A86B4F}" sibTransId="{62530F72-F1A6-4706-83E4-80711515E058}"/>
    <dgm:cxn modelId="{65E8BEEE-7259-4415-9C7D-6BE48CE9F3DB}" type="presOf" srcId="{5B147535-FDFB-41F6-87F9-C2EA6DC62B42}" destId="{BBE5E810-73C9-466C-830F-70B58855D1E0}" srcOrd="1" destOrd="0" presId="urn:microsoft.com/office/officeart/2005/8/layout/orgChart1"/>
    <dgm:cxn modelId="{7D79BEEF-7F07-4921-9554-7609905CE4EA}" type="presOf" srcId="{6903A81A-B0C9-4FBC-BB39-E9A176C16605}" destId="{F11B6908-C7D4-4D2E-8BF8-73D8392A1A84}" srcOrd="0" destOrd="0" presId="urn:microsoft.com/office/officeart/2005/8/layout/orgChart1"/>
    <dgm:cxn modelId="{95CECAF6-7FD2-4C73-8886-F24F400F845B}" srcId="{E1EDE36B-85C2-47B2-8745-520EC6A5633E}" destId="{F3AE10A2-175B-4C48-9A6C-C5FC947C7B71}" srcOrd="0" destOrd="0" parTransId="{E0EC637C-09CB-4A3C-9D77-726A24D00186}" sibTransId="{592DBE27-30E9-4C89-BF68-92CA4A363B35}"/>
    <dgm:cxn modelId="{F05CE6FA-BD9C-44A6-9F7A-9E628CDCF7F0}" type="presOf" srcId="{1A39460D-4297-4EAD-9983-E1EF967A2F21}" destId="{C068468A-A929-4C3E-8BB6-6B69C83599A6}" srcOrd="1" destOrd="0" presId="urn:microsoft.com/office/officeart/2005/8/layout/orgChart1"/>
    <dgm:cxn modelId="{CD5B9C06-4739-49B2-9B10-4C38974F7A7C}" type="presParOf" srcId="{D4D08FDD-46A3-4615-9EBD-29F6D3BCAD75}" destId="{A9C6D81D-9D2E-4C90-8CE9-173502504D51}" srcOrd="0" destOrd="0" presId="urn:microsoft.com/office/officeart/2005/8/layout/orgChart1"/>
    <dgm:cxn modelId="{F3EAB570-AB08-429F-B6F2-A44134A0E198}" type="presParOf" srcId="{A9C6D81D-9D2E-4C90-8CE9-173502504D51}" destId="{B2B2FDFA-757E-4655-85F0-0BD1D663C1C9}" srcOrd="0" destOrd="0" presId="urn:microsoft.com/office/officeart/2005/8/layout/orgChart1"/>
    <dgm:cxn modelId="{3E25FF28-DEA4-47D1-9F07-2586120B1020}" type="presParOf" srcId="{B2B2FDFA-757E-4655-85F0-0BD1D663C1C9}" destId="{D123AF94-888C-4BBC-A1A1-300735653F79}" srcOrd="0" destOrd="0" presId="urn:microsoft.com/office/officeart/2005/8/layout/orgChart1"/>
    <dgm:cxn modelId="{CCE54F3B-62EF-4614-AA83-F945FEE677AA}" type="presParOf" srcId="{B2B2FDFA-757E-4655-85F0-0BD1D663C1C9}" destId="{BBE5E810-73C9-466C-830F-70B58855D1E0}" srcOrd="1" destOrd="0" presId="urn:microsoft.com/office/officeart/2005/8/layout/orgChart1"/>
    <dgm:cxn modelId="{D6A778FC-E2AD-4519-921F-21FCEAF2AC5F}" type="presParOf" srcId="{A9C6D81D-9D2E-4C90-8CE9-173502504D51}" destId="{66FC98BC-E597-474D-AC9B-E93E97C5153E}" srcOrd="1" destOrd="0" presId="urn:microsoft.com/office/officeart/2005/8/layout/orgChart1"/>
    <dgm:cxn modelId="{2CE705E3-5671-4E18-9CF4-187953D3C997}" type="presParOf" srcId="{66FC98BC-E597-474D-AC9B-E93E97C5153E}" destId="{1118B628-4F04-4EC3-B50A-796A2E347BBA}" srcOrd="0" destOrd="0" presId="urn:microsoft.com/office/officeart/2005/8/layout/orgChart1"/>
    <dgm:cxn modelId="{88891772-A52D-4383-AB24-F7522DA46EA3}" type="presParOf" srcId="{66FC98BC-E597-474D-AC9B-E93E97C5153E}" destId="{6AAF2642-6769-4C18-A530-3B571609CF16}" srcOrd="1" destOrd="0" presId="urn:microsoft.com/office/officeart/2005/8/layout/orgChart1"/>
    <dgm:cxn modelId="{98D28081-0767-4725-8493-0B29247DFAE9}" type="presParOf" srcId="{6AAF2642-6769-4C18-A530-3B571609CF16}" destId="{84B9745D-8AB4-427A-97C5-3E965A155087}" srcOrd="0" destOrd="0" presId="urn:microsoft.com/office/officeart/2005/8/layout/orgChart1"/>
    <dgm:cxn modelId="{5D9DC62B-6FAC-4509-89DF-49891DE6E92A}" type="presParOf" srcId="{84B9745D-8AB4-427A-97C5-3E965A155087}" destId="{29DD33DB-B60C-4A8C-9DF5-F599BD8F813D}" srcOrd="0" destOrd="0" presId="urn:microsoft.com/office/officeart/2005/8/layout/orgChart1"/>
    <dgm:cxn modelId="{BCC0F809-D4D6-4CED-B6BE-69496D16C944}" type="presParOf" srcId="{84B9745D-8AB4-427A-97C5-3E965A155087}" destId="{496A14C6-7462-43F3-AD1A-5303DB6C3BF3}" srcOrd="1" destOrd="0" presId="urn:microsoft.com/office/officeart/2005/8/layout/orgChart1"/>
    <dgm:cxn modelId="{D78B632A-0CB2-41AF-A8AB-7BDFDDB37134}" type="presParOf" srcId="{6AAF2642-6769-4C18-A530-3B571609CF16}" destId="{2E1FFAF7-05B2-4FF7-8972-465EF03B6A83}" srcOrd="1" destOrd="0" presId="urn:microsoft.com/office/officeart/2005/8/layout/orgChart1"/>
    <dgm:cxn modelId="{5197D6A4-3347-44A3-B90B-F45716B2DFDE}" type="presParOf" srcId="{2E1FFAF7-05B2-4FF7-8972-465EF03B6A83}" destId="{A9BF76E9-9971-4AB5-8CA1-F2CB4C743BCE}" srcOrd="0" destOrd="0" presId="urn:microsoft.com/office/officeart/2005/8/layout/orgChart1"/>
    <dgm:cxn modelId="{15CE78A3-1793-4852-AA61-B14AD5B0C425}" type="presParOf" srcId="{2E1FFAF7-05B2-4FF7-8972-465EF03B6A83}" destId="{808672EC-EF0C-4231-9AB8-0C9FC4CC0CA3}" srcOrd="1" destOrd="0" presId="urn:microsoft.com/office/officeart/2005/8/layout/orgChart1"/>
    <dgm:cxn modelId="{63BD9B0B-436F-4E4C-B547-204213315EF3}" type="presParOf" srcId="{808672EC-EF0C-4231-9AB8-0C9FC4CC0CA3}" destId="{AC202EEC-8072-4BA2-9A34-14F91B57C9AF}" srcOrd="0" destOrd="0" presId="urn:microsoft.com/office/officeart/2005/8/layout/orgChart1"/>
    <dgm:cxn modelId="{B30168DE-124C-4606-8AB0-83AA3366E2BA}" type="presParOf" srcId="{AC202EEC-8072-4BA2-9A34-14F91B57C9AF}" destId="{5B082D8D-4E45-46BE-AC37-E12E8CBBBE85}" srcOrd="0" destOrd="0" presId="urn:microsoft.com/office/officeart/2005/8/layout/orgChart1"/>
    <dgm:cxn modelId="{489C3D7A-9514-4C77-95DB-F991869E7A5C}" type="presParOf" srcId="{AC202EEC-8072-4BA2-9A34-14F91B57C9AF}" destId="{215C47F5-9A7A-492C-9BBB-A8385AE438F0}" srcOrd="1" destOrd="0" presId="urn:microsoft.com/office/officeart/2005/8/layout/orgChart1"/>
    <dgm:cxn modelId="{A28E0725-50C8-4FEC-9558-B0704E8C725E}" type="presParOf" srcId="{808672EC-EF0C-4231-9AB8-0C9FC4CC0CA3}" destId="{A28EDBCA-8534-47CB-A3B1-87BDB68B22D9}" srcOrd="1" destOrd="0" presId="urn:microsoft.com/office/officeart/2005/8/layout/orgChart1"/>
    <dgm:cxn modelId="{A69907F0-3AB1-4AE6-AF43-9E8B6400707D}" type="presParOf" srcId="{808672EC-EF0C-4231-9AB8-0C9FC4CC0CA3}" destId="{427C16CF-2137-4DBA-A5B2-EF6D5632DF64}" srcOrd="2" destOrd="0" presId="urn:microsoft.com/office/officeart/2005/8/layout/orgChart1"/>
    <dgm:cxn modelId="{4682F312-6706-4E77-8C2E-4646D68B1375}" type="presParOf" srcId="{6AAF2642-6769-4C18-A530-3B571609CF16}" destId="{8DAF0321-E32C-4510-A8A5-68A6159B79C8}" srcOrd="2" destOrd="0" presId="urn:microsoft.com/office/officeart/2005/8/layout/orgChart1"/>
    <dgm:cxn modelId="{E09B5BBE-4BC3-432D-B0D2-DD18C4875C3B}" type="presParOf" srcId="{66FC98BC-E597-474D-AC9B-E93E97C5153E}" destId="{615B63AE-3B8A-4491-B15B-77D06DB483C5}" srcOrd="2" destOrd="0" presId="urn:microsoft.com/office/officeart/2005/8/layout/orgChart1"/>
    <dgm:cxn modelId="{DC01D694-50A6-4BFC-AB08-0BBF027AFF23}" type="presParOf" srcId="{66FC98BC-E597-474D-AC9B-E93E97C5153E}" destId="{A317092F-A66D-4885-ADD6-2CC047952683}" srcOrd="3" destOrd="0" presId="urn:microsoft.com/office/officeart/2005/8/layout/orgChart1"/>
    <dgm:cxn modelId="{18266519-F866-42CF-A744-BB3CDFB169A2}" type="presParOf" srcId="{A317092F-A66D-4885-ADD6-2CC047952683}" destId="{816F9BE9-8C91-4E50-BEBB-6B6ADB8040EC}" srcOrd="0" destOrd="0" presId="urn:microsoft.com/office/officeart/2005/8/layout/orgChart1"/>
    <dgm:cxn modelId="{49861173-E11C-4AAE-8191-9659C8BBB38E}" type="presParOf" srcId="{816F9BE9-8C91-4E50-BEBB-6B6ADB8040EC}" destId="{40BD083B-8A0D-4431-A06C-8DEDFF8E7FA2}" srcOrd="0" destOrd="0" presId="urn:microsoft.com/office/officeart/2005/8/layout/orgChart1"/>
    <dgm:cxn modelId="{D22F1761-85B6-4D59-A4BB-60B211F750B6}" type="presParOf" srcId="{816F9BE9-8C91-4E50-BEBB-6B6ADB8040EC}" destId="{C068468A-A929-4C3E-8BB6-6B69C83599A6}" srcOrd="1" destOrd="0" presId="urn:microsoft.com/office/officeart/2005/8/layout/orgChart1"/>
    <dgm:cxn modelId="{2AD19C7B-EEAE-46CB-935F-51621DE08D51}" type="presParOf" srcId="{A317092F-A66D-4885-ADD6-2CC047952683}" destId="{AF31D3B7-C0C8-401A-A0C9-0651CC3FDD68}" srcOrd="1" destOrd="0" presId="urn:microsoft.com/office/officeart/2005/8/layout/orgChart1"/>
    <dgm:cxn modelId="{3ED71E32-2037-403E-83D6-28AE879E64FF}" type="presParOf" srcId="{AF31D3B7-C0C8-401A-A0C9-0651CC3FDD68}" destId="{C9B978BD-9291-4166-9A3A-1B2130C9C366}" srcOrd="0" destOrd="0" presId="urn:microsoft.com/office/officeart/2005/8/layout/orgChart1"/>
    <dgm:cxn modelId="{9AE8A808-23DD-433E-B7B1-9C0F7A2477EB}" type="presParOf" srcId="{AF31D3B7-C0C8-401A-A0C9-0651CC3FDD68}" destId="{88EFA6DF-55EB-4C25-8BB0-443A730A3194}" srcOrd="1" destOrd="0" presId="urn:microsoft.com/office/officeart/2005/8/layout/orgChart1"/>
    <dgm:cxn modelId="{76865B7B-406B-49D0-AA0F-8863CA8274A6}" type="presParOf" srcId="{88EFA6DF-55EB-4C25-8BB0-443A730A3194}" destId="{D3C809E8-FB96-4B88-886D-5FD87DE93261}" srcOrd="0" destOrd="0" presId="urn:microsoft.com/office/officeart/2005/8/layout/orgChart1"/>
    <dgm:cxn modelId="{5F89430A-22E0-450F-BA9D-EFEB5B13849E}" type="presParOf" srcId="{D3C809E8-FB96-4B88-886D-5FD87DE93261}" destId="{B5693C1F-5345-4403-8E9C-A07AD8E0753E}" srcOrd="0" destOrd="0" presId="urn:microsoft.com/office/officeart/2005/8/layout/orgChart1"/>
    <dgm:cxn modelId="{604A3CD1-7D30-476A-B59A-4A6C5A6A1799}" type="presParOf" srcId="{D3C809E8-FB96-4B88-886D-5FD87DE93261}" destId="{93D56C33-3F7B-4741-BA7D-0CF47642A590}" srcOrd="1" destOrd="0" presId="urn:microsoft.com/office/officeart/2005/8/layout/orgChart1"/>
    <dgm:cxn modelId="{B76E6A73-79CB-42E7-AB02-E725FFE6652B}" type="presParOf" srcId="{88EFA6DF-55EB-4C25-8BB0-443A730A3194}" destId="{3B993B31-6883-4D5E-9AE0-BC6F1A8AD8A4}" srcOrd="1" destOrd="0" presId="urn:microsoft.com/office/officeart/2005/8/layout/orgChart1"/>
    <dgm:cxn modelId="{50F15ADD-ED18-48AC-9290-BE9E312CEC62}" type="presParOf" srcId="{3B993B31-6883-4D5E-9AE0-BC6F1A8AD8A4}" destId="{A93AC15A-43BF-4ED0-B5FC-80CCFADB34B0}" srcOrd="0" destOrd="0" presId="urn:microsoft.com/office/officeart/2005/8/layout/orgChart1"/>
    <dgm:cxn modelId="{FCF1BD00-FD94-4E05-B5C7-5352D1B3BDB6}" type="presParOf" srcId="{3B993B31-6883-4D5E-9AE0-BC6F1A8AD8A4}" destId="{664C2051-0715-4D9D-9927-28DBE42DBD8E}" srcOrd="1" destOrd="0" presId="urn:microsoft.com/office/officeart/2005/8/layout/orgChart1"/>
    <dgm:cxn modelId="{86E9C34D-C24B-4DBC-8DB9-32855F72E896}" type="presParOf" srcId="{664C2051-0715-4D9D-9927-28DBE42DBD8E}" destId="{80EFE78D-6CD1-4A20-9C96-D364836C175C}" srcOrd="0" destOrd="0" presId="urn:microsoft.com/office/officeart/2005/8/layout/orgChart1"/>
    <dgm:cxn modelId="{00D7238E-B396-455C-84AA-FA6BF2D2581C}" type="presParOf" srcId="{80EFE78D-6CD1-4A20-9C96-D364836C175C}" destId="{3B683D21-06CF-4BE1-B54A-679C1E352D7C}" srcOrd="0" destOrd="0" presId="urn:microsoft.com/office/officeart/2005/8/layout/orgChart1"/>
    <dgm:cxn modelId="{6831E9E9-03F4-488B-9D11-59A6423B4EDA}" type="presParOf" srcId="{80EFE78D-6CD1-4A20-9C96-D364836C175C}" destId="{1BFEB379-0BB6-47F3-94A1-98D7176AFBB7}" srcOrd="1" destOrd="0" presId="urn:microsoft.com/office/officeart/2005/8/layout/orgChart1"/>
    <dgm:cxn modelId="{6553AF0D-4FA2-48C5-8CB9-D1CCAC4338CD}" type="presParOf" srcId="{664C2051-0715-4D9D-9927-28DBE42DBD8E}" destId="{E58B8667-3A6A-4B48-BD21-F9E3589AA90E}" srcOrd="1" destOrd="0" presId="urn:microsoft.com/office/officeart/2005/8/layout/orgChart1"/>
    <dgm:cxn modelId="{E552A4CA-FAD2-4684-B6E2-FCC96DA31F1F}" type="presParOf" srcId="{664C2051-0715-4D9D-9927-28DBE42DBD8E}" destId="{B0304513-837F-497F-82F4-7CB0BFECCC93}" srcOrd="2" destOrd="0" presId="urn:microsoft.com/office/officeart/2005/8/layout/orgChart1"/>
    <dgm:cxn modelId="{9B13C94A-EA1E-4562-96BC-A42D1EB01787}" type="presParOf" srcId="{3B993B31-6883-4D5E-9AE0-BC6F1A8AD8A4}" destId="{F11B6908-C7D4-4D2E-8BF8-73D8392A1A84}" srcOrd="2" destOrd="0" presId="urn:microsoft.com/office/officeart/2005/8/layout/orgChart1"/>
    <dgm:cxn modelId="{8A1D1221-6E70-4713-8A6E-1484C3F3319E}" type="presParOf" srcId="{3B993B31-6883-4D5E-9AE0-BC6F1A8AD8A4}" destId="{209C62E6-C237-4F7B-B93D-10C66B2C8C8F}" srcOrd="3" destOrd="0" presId="urn:microsoft.com/office/officeart/2005/8/layout/orgChart1"/>
    <dgm:cxn modelId="{EB783458-38B0-414E-94BE-62692948FC1C}" type="presParOf" srcId="{209C62E6-C237-4F7B-B93D-10C66B2C8C8F}" destId="{E41C5DC3-C404-4D00-9A1E-079BEAA7AF2B}" srcOrd="0" destOrd="0" presId="urn:microsoft.com/office/officeart/2005/8/layout/orgChart1"/>
    <dgm:cxn modelId="{D0D4858E-3BC0-4589-999D-964076D143C8}" type="presParOf" srcId="{E41C5DC3-C404-4D00-9A1E-079BEAA7AF2B}" destId="{A20687B0-9008-4D10-80D7-83CD102742A2}" srcOrd="0" destOrd="0" presId="urn:microsoft.com/office/officeart/2005/8/layout/orgChart1"/>
    <dgm:cxn modelId="{70DD679B-D4A5-420B-A1D1-9F01658E9A59}" type="presParOf" srcId="{E41C5DC3-C404-4D00-9A1E-079BEAA7AF2B}" destId="{ED17D250-08F7-4ECF-89EE-2C7B8853A5B7}" srcOrd="1" destOrd="0" presId="urn:microsoft.com/office/officeart/2005/8/layout/orgChart1"/>
    <dgm:cxn modelId="{AA30D65B-35E9-47F7-837B-BBB62E9B42B9}" type="presParOf" srcId="{209C62E6-C237-4F7B-B93D-10C66B2C8C8F}" destId="{D0125E51-2832-4D0D-A923-05DDC15C841C}" srcOrd="1" destOrd="0" presId="urn:microsoft.com/office/officeart/2005/8/layout/orgChart1"/>
    <dgm:cxn modelId="{D4EB3C7A-984E-4EC9-B694-044F261A40C1}" type="presParOf" srcId="{209C62E6-C237-4F7B-B93D-10C66B2C8C8F}" destId="{E77F243C-CBBE-4306-BE0A-62D469EF43F6}" srcOrd="2" destOrd="0" presId="urn:microsoft.com/office/officeart/2005/8/layout/orgChart1"/>
    <dgm:cxn modelId="{740714B7-36CA-486E-8513-A182C838458C}" type="presParOf" srcId="{88EFA6DF-55EB-4C25-8BB0-443A730A3194}" destId="{FF441A59-92C9-4166-A53E-87127EFF1126}" srcOrd="2" destOrd="0" presId="urn:microsoft.com/office/officeart/2005/8/layout/orgChart1"/>
    <dgm:cxn modelId="{19AA74F9-D813-488E-A959-B8441613E628}" type="presParOf" srcId="{AF31D3B7-C0C8-401A-A0C9-0651CC3FDD68}" destId="{C5968170-BDD9-43EB-9E62-19F3812E9E9C}" srcOrd="2" destOrd="0" presId="urn:microsoft.com/office/officeart/2005/8/layout/orgChart1"/>
    <dgm:cxn modelId="{201E2E0C-C470-4177-A23B-66BEB66DA87B}" type="presParOf" srcId="{AF31D3B7-C0C8-401A-A0C9-0651CC3FDD68}" destId="{9BC30E65-DB90-4163-B8DD-159ACC3E83A4}" srcOrd="3" destOrd="0" presId="urn:microsoft.com/office/officeart/2005/8/layout/orgChart1"/>
    <dgm:cxn modelId="{47BC88A9-B7C3-43F3-BE9F-92601F093D80}" type="presParOf" srcId="{9BC30E65-DB90-4163-B8DD-159ACC3E83A4}" destId="{D67EF3A7-750C-4155-B583-2F1E0085C348}" srcOrd="0" destOrd="0" presId="urn:microsoft.com/office/officeart/2005/8/layout/orgChart1"/>
    <dgm:cxn modelId="{16BB8D34-303A-4337-ABE1-A4D71DF7C584}" type="presParOf" srcId="{D67EF3A7-750C-4155-B583-2F1E0085C348}" destId="{BB96F134-BFAD-42AB-BC90-73532D4D1C40}" srcOrd="0" destOrd="0" presId="urn:microsoft.com/office/officeart/2005/8/layout/orgChart1"/>
    <dgm:cxn modelId="{67AE612A-F740-44EF-92A3-4587F4E78ABE}" type="presParOf" srcId="{D67EF3A7-750C-4155-B583-2F1E0085C348}" destId="{BB4CCDA3-F02E-4185-8EE3-CA7DB0FF899F}" srcOrd="1" destOrd="0" presId="urn:microsoft.com/office/officeart/2005/8/layout/orgChart1"/>
    <dgm:cxn modelId="{71268979-C1DD-4FB2-A9F6-1F938D909045}" type="presParOf" srcId="{9BC30E65-DB90-4163-B8DD-159ACC3E83A4}" destId="{09118559-5BA1-4942-8E32-006388287A5E}" srcOrd="1" destOrd="0" presId="urn:microsoft.com/office/officeart/2005/8/layout/orgChart1"/>
    <dgm:cxn modelId="{38B659B1-8DE1-4274-9493-6672408FADA9}" type="presParOf" srcId="{09118559-5BA1-4942-8E32-006388287A5E}" destId="{EEBEFADD-3086-4597-AF15-A69CFD4855B8}" srcOrd="0" destOrd="0" presId="urn:microsoft.com/office/officeart/2005/8/layout/orgChart1"/>
    <dgm:cxn modelId="{923DB0D8-DEEC-4DED-B14E-FC03F6B11CF9}" type="presParOf" srcId="{09118559-5BA1-4942-8E32-006388287A5E}" destId="{903EC3D6-DBD2-4B7A-8C6A-37E77FBBF64E}" srcOrd="1" destOrd="0" presId="urn:microsoft.com/office/officeart/2005/8/layout/orgChart1"/>
    <dgm:cxn modelId="{C07E2212-AD93-4FD1-80BA-65E3D75DC90E}" type="presParOf" srcId="{903EC3D6-DBD2-4B7A-8C6A-37E77FBBF64E}" destId="{A868EEAC-C5FF-40CC-84F8-4C75401B81AC}" srcOrd="0" destOrd="0" presId="urn:microsoft.com/office/officeart/2005/8/layout/orgChart1"/>
    <dgm:cxn modelId="{9E1B1AFA-8416-406E-9CEC-9E296495FD35}" type="presParOf" srcId="{A868EEAC-C5FF-40CC-84F8-4C75401B81AC}" destId="{25696F1E-A894-48BE-B66A-B703B90F484A}" srcOrd="0" destOrd="0" presId="urn:microsoft.com/office/officeart/2005/8/layout/orgChart1"/>
    <dgm:cxn modelId="{8A05ECA5-3581-4535-A71D-9C8BEC7E49C9}" type="presParOf" srcId="{A868EEAC-C5FF-40CC-84F8-4C75401B81AC}" destId="{218977C2-9464-4E9B-A6AF-708DA3D4AF0C}" srcOrd="1" destOrd="0" presId="urn:microsoft.com/office/officeart/2005/8/layout/orgChart1"/>
    <dgm:cxn modelId="{49271A30-1832-4C35-895B-B922A697BB94}" type="presParOf" srcId="{903EC3D6-DBD2-4B7A-8C6A-37E77FBBF64E}" destId="{B7CEF666-32F3-4755-BA63-2563B68EDF69}" srcOrd="1" destOrd="0" presId="urn:microsoft.com/office/officeart/2005/8/layout/orgChart1"/>
    <dgm:cxn modelId="{84A67759-AD9B-4221-8C4F-A83352B825B6}" type="presParOf" srcId="{903EC3D6-DBD2-4B7A-8C6A-37E77FBBF64E}" destId="{73E59D82-BD7B-4DE3-898E-BA20BA5DD846}" srcOrd="2" destOrd="0" presId="urn:microsoft.com/office/officeart/2005/8/layout/orgChart1"/>
    <dgm:cxn modelId="{5FEF48F6-9D8B-434F-A4D8-B6BFA1B870BC}" type="presParOf" srcId="{9BC30E65-DB90-4163-B8DD-159ACC3E83A4}" destId="{99722784-63D9-4B07-B925-298D2D2BCCEC}" srcOrd="2" destOrd="0" presId="urn:microsoft.com/office/officeart/2005/8/layout/orgChart1"/>
    <dgm:cxn modelId="{43AFA944-72DE-4DA7-836B-2213A188F99D}" type="presParOf" srcId="{A317092F-A66D-4885-ADD6-2CC047952683}" destId="{E4C87EA1-9147-40E1-956A-DA55BA54F2DC}" srcOrd="2" destOrd="0" presId="urn:microsoft.com/office/officeart/2005/8/layout/orgChart1"/>
    <dgm:cxn modelId="{A8AA095B-D357-42FB-89CE-1D5A6B05F62F}" type="presParOf" srcId="{A9C6D81D-9D2E-4C90-8CE9-173502504D51}" destId="{6633148F-FF39-40C8-AD67-E0DAC03823C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ED7A2-895F-4D76-8629-0D4FCAAAC012}">
      <dsp:nvSpPr>
        <dsp:cNvPr id="0" name=""/>
        <dsp:cNvSpPr/>
      </dsp:nvSpPr>
      <dsp:spPr>
        <a:xfrm>
          <a:off x="5579616" y="3262478"/>
          <a:ext cx="331886" cy="1017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7785"/>
              </a:lnTo>
              <a:lnTo>
                <a:pt x="331886" y="10177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FDFB54-92FF-4F16-AE22-B05AB4E291C3}">
      <dsp:nvSpPr>
        <dsp:cNvPr id="0" name=""/>
        <dsp:cNvSpPr/>
      </dsp:nvSpPr>
      <dsp:spPr>
        <a:xfrm>
          <a:off x="3787427" y="1691547"/>
          <a:ext cx="2677219" cy="4646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2320"/>
              </a:lnTo>
              <a:lnTo>
                <a:pt x="2677219" y="232320"/>
              </a:lnTo>
              <a:lnTo>
                <a:pt x="2677219" y="4646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097208-0120-48E8-8E8A-DEAADEF2F053}">
      <dsp:nvSpPr>
        <dsp:cNvPr id="0" name=""/>
        <dsp:cNvSpPr/>
      </dsp:nvSpPr>
      <dsp:spPr>
        <a:xfrm>
          <a:off x="2902396" y="3262478"/>
          <a:ext cx="331886" cy="1017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7785"/>
              </a:lnTo>
              <a:lnTo>
                <a:pt x="331886" y="10177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68D9C6-207F-433C-8F84-7C0EF7D295E9}">
      <dsp:nvSpPr>
        <dsp:cNvPr id="0" name=""/>
        <dsp:cNvSpPr/>
      </dsp:nvSpPr>
      <dsp:spPr>
        <a:xfrm>
          <a:off x="3741707" y="1691547"/>
          <a:ext cx="91440" cy="4646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46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EEF3FC-680A-450B-A725-E77B68366961}">
      <dsp:nvSpPr>
        <dsp:cNvPr id="0" name=""/>
        <dsp:cNvSpPr/>
      </dsp:nvSpPr>
      <dsp:spPr>
        <a:xfrm>
          <a:off x="225176" y="3262478"/>
          <a:ext cx="331886" cy="1017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7785"/>
              </a:lnTo>
              <a:lnTo>
                <a:pt x="331886" y="101778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1EDA6A-B2DD-4ADC-AD1E-B331ACE22C91}">
      <dsp:nvSpPr>
        <dsp:cNvPr id="0" name=""/>
        <dsp:cNvSpPr/>
      </dsp:nvSpPr>
      <dsp:spPr>
        <a:xfrm>
          <a:off x="1110208" y="1691547"/>
          <a:ext cx="2677219" cy="464641"/>
        </a:xfrm>
        <a:custGeom>
          <a:avLst/>
          <a:gdLst/>
          <a:ahLst/>
          <a:cxnLst/>
          <a:rect l="0" t="0" r="0" b="0"/>
          <a:pathLst>
            <a:path>
              <a:moveTo>
                <a:pt x="2677219" y="0"/>
              </a:moveTo>
              <a:lnTo>
                <a:pt x="2677219" y="232320"/>
              </a:lnTo>
              <a:lnTo>
                <a:pt x="0" y="232320"/>
              </a:lnTo>
              <a:lnTo>
                <a:pt x="0" y="46464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F786EE-2099-47B9-849F-32154D4CAD46}">
      <dsp:nvSpPr>
        <dsp:cNvPr id="0" name=""/>
        <dsp:cNvSpPr/>
      </dsp:nvSpPr>
      <dsp:spPr>
        <a:xfrm>
          <a:off x="2681138" y="585258"/>
          <a:ext cx="2212578" cy="1106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Controlgroup1</a:t>
          </a:r>
        </a:p>
      </dsp:txBody>
      <dsp:txXfrm>
        <a:off x="2681138" y="585258"/>
        <a:ext cx="2212578" cy="1106289"/>
      </dsp:txXfrm>
    </dsp:sp>
    <dsp:sp modelId="{D8985D55-702A-420B-AA5F-65783F9FFCDE}">
      <dsp:nvSpPr>
        <dsp:cNvPr id="0" name=""/>
        <dsp:cNvSpPr/>
      </dsp:nvSpPr>
      <dsp:spPr>
        <a:xfrm>
          <a:off x="3919" y="2156188"/>
          <a:ext cx="2212578" cy="1106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Table 1</a:t>
          </a:r>
        </a:p>
      </dsp:txBody>
      <dsp:txXfrm>
        <a:off x="3919" y="2156188"/>
        <a:ext cx="2212578" cy="1106289"/>
      </dsp:txXfrm>
    </dsp:sp>
    <dsp:sp modelId="{BF552A76-D0DC-4666-B1B6-8CE8F61B2463}">
      <dsp:nvSpPr>
        <dsp:cNvPr id="0" name=""/>
        <dsp:cNvSpPr/>
      </dsp:nvSpPr>
      <dsp:spPr>
        <a:xfrm>
          <a:off x="557063" y="3727119"/>
          <a:ext cx="2212578" cy="1106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 </a:t>
          </a:r>
          <a:r>
            <a:rPr lang="de-DE" sz="2400" kern="1200" dirty="0" err="1"/>
            <a:t>Labvaluecount</a:t>
          </a:r>
          <a:r>
            <a:rPr lang="de-DE" sz="2400" kern="1200" dirty="0"/>
            <a:t>=1</a:t>
          </a:r>
        </a:p>
      </dsp:txBody>
      <dsp:txXfrm>
        <a:off x="557063" y="3727119"/>
        <a:ext cx="2212578" cy="1106289"/>
      </dsp:txXfrm>
    </dsp:sp>
    <dsp:sp modelId="{5ACFB751-43D5-4849-9D57-EF1585D89060}">
      <dsp:nvSpPr>
        <dsp:cNvPr id="0" name=""/>
        <dsp:cNvSpPr/>
      </dsp:nvSpPr>
      <dsp:spPr>
        <a:xfrm>
          <a:off x="2681138" y="2156188"/>
          <a:ext cx="2212578" cy="1106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Table 2</a:t>
          </a:r>
        </a:p>
      </dsp:txBody>
      <dsp:txXfrm>
        <a:off x="2681138" y="2156188"/>
        <a:ext cx="2212578" cy="1106289"/>
      </dsp:txXfrm>
    </dsp:sp>
    <dsp:sp modelId="{3D43971A-E8FC-4D08-B826-E3C6BA662A4E}">
      <dsp:nvSpPr>
        <dsp:cNvPr id="0" name=""/>
        <dsp:cNvSpPr/>
      </dsp:nvSpPr>
      <dsp:spPr>
        <a:xfrm>
          <a:off x="3234283" y="3727119"/>
          <a:ext cx="2212578" cy="1106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Labvaluecount</a:t>
          </a:r>
          <a:r>
            <a:rPr lang="de-DE" sz="2400" kern="1200" dirty="0">
              <a:latin typeface="Calibri" panose="020F0502020204030204" pitchFamily="34" charset="0"/>
              <a:cs typeface="Calibri" panose="020F0502020204030204" pitchFamily="34" charset="0"/>
            </a:rPr>
            <a:t>≥</a:t>
          </a:r>
          <a:r>
            <a:rPr lang="de-DE" sz="2400" kern="1200" dirty="0"/>
            <a:t>2 (</a:t>
          </a:r>
          <a:r>
            <a:rPr lang="de-DE" sz="2400" kern="1200" dirty="0" err="1"/>
            <a:t>without</a:t>
          </a:r>
          <a:r>
            <a:rPr lang="de-DE" sz="2400" kern="1200" dirty="0"/>
            <a:t> time </a:t>
          </a:r>
          <a:r>
            <a:rPr lang="de-DE" sz="2400" kern="1200" dirty="0" err="1"/>
            <a:t>information</a:t>
          </a:r>
          <a:r>
            <a:rPr lang="de-DE" sz="2400" kern="1200" dirty="0"/>
            <a:t>) </a:t>
          </a:r>
        </a:p>
      </dsp:txBody>
      <dsp:txXfrm>
        <a:off x="3234283" y="3727119"/>
        <a:ext cx="2212578" cy="1106289"/>
      </dsp:txXfrm>
    </dsp:sp>
    <dsp:sp modelId="{0872C477-122F-4F41-B32D-22FC6A457404}">
      <dsp:nvSpPr>
        <dsp:cNvPr id="0" name=""/>
        <dsp:cNvSpPr/>
      </dsp:nvSpPr>
      <dsp:spPr>
        <a:xfrm>
          <a:off x="5358358" y="2156188"/>
          <a:ext cx="2212578" cy="1106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Table 3</a:t>
          </a:r>
        </a:p>
      </dsp:txBody>
      <dsp:txXfrm>
        <a:off x="5358358" y="2156188"/>
        <a:ext cx="2212578" cy="1106289"/>
      </dsp:txXfrm>
    </dsp:sp>
    <dsp:sp modelId="{0B7BA1A8-40EE-4130-AF72-6628481F6534}">
      <dsp:nvSpPr>
        <dsp:cNvPr id="0" name=""/>
        <dsp:cNvSpPr/>
      </dsp:nvSpPr>
      <dsp:spPr>
        <a:xfrm>
          <a:off x="5911502" y="3727119"/>
          <a:ext cx="2212578" cy="11062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Labvaluecount</a:t>
          </a:r>
          <a:r>
            <a:rPr lang="de-DE" sz="2400" kern="1200" dirty="0">
              <a:latin typeface="Calibri" panose="020F0502020204030204" pitchFamily="34" charset="0"/>
              <a:cs typeface="Calibri" panose="020F0502020204030204" pitchFamily="34" charset="0"/>
            </a:rPr>
            <a:t>≥</a:t>
          </a:r>
          <a:r>
            <a:rPr lang="de-DE" sz="2400" kern="1200" dirty="0"/>
            <a:t>2 (</a:t>
          </a:r>
          <a:r>
            <a:rPr lang="de-DE" sz="2400" kern="1200" dirty="0" err="1"/>
            <a:t>with</a:t>
          </a:r>
          <a:r>
            <a:rPr lang="de-DE" sz="2400" kern="1200" dirty="0"/>
            <a:t> time </a:t>
          </a:r>
          <a:r>
            <a:rPr lang="de-DE" sz="2400" kern="1200" dirty="0" err="1"/>
            <a:t>information</a:t>
          </a:r>
          <a:r>
            <a:rPr lang="de-DE" sz="2400" kern="1200" dirty="0"/>
            <a:t>) </a:t>
          </a:r>
        </a:p>
      </dsp:txBody>
      <dsp:txXfrm>
        <a:off x="5911502" y="3727119"/>
        <a:ext cx="2212578" cy="11062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BEFADD-3086-4597-AF15-A69CFD4855B8}">
      <dsp:nvSpPr>
        <dsp:cNvPr id="0" name=""/>
        <dsp:cNvSpPr/>
      </dsp:nvSpPr>
      <dsp:spPr>
        <a:xfrm>
          <a:off x="5378003" y="3114890"/>
          <a:ext cx="243333" cy="7462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6224"/>
              </a:lnTo>
              <a:lnTo>
                <a:pt x="243333" y="74622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968170-BDD9-43EB-9E62-19F3812E9E9C}">
      <dsp:nvSpPr>
        <dsp:cNvPr id="0" name=""/>
        <dsp:cNvSpPr/>
      </dsp:nvSpPr>
      <dsp:spPr>
        <a:xfrm>
          <a:off x="5045447" y="1963109"/>
          <a:ext cx="981447" cy="3406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333"/>
              </a:lnTo>
              <a:lnTo>
                <a:pt x="981447" y="170333"/>
              </a:lnTo>
              <a:lnTo>
                <a:pt x="981447" y="34066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1B6908-C7D4-4D2E-8BF8-73D8392A1A84}">
      <dsp:nvSpPr>
        <dsp:cNvPr id="0" name=""/>
        <dsp:cNvSpPr/>
      </dsp:nvSpPr>
      <dsp:spPr>
        <a:xfrm>
          <a:off x="3415109" y="3114890"/>
          <a:ext cx="243333" cy="189800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98005"/>
              </a:lnTo>
              <a:lnTo>
                <a:pt x="243333" y="1898005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3AC15A-43BF-4ED0-B5FC-80CCFADB34B0}">
      <dsp:nvSpPr>
        <dsp:cNvPr id="0" name=""/>
        <dsp:cNvSpPr/>
      </dsp:nvSpPr>
      <dsp:spPr>
        <a:xfrm>
          <a:off x="3415109" y="3114890"/>
          <a:ext cx="243333" cy="7462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6224"/>
              </a:lnTo>
              <a:lnTo>
                <a:pt x="243333" y="74622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B978BD-9291-4166-9A3A-1B2130C9C366}">
      <dsp:nvSpPr>
        <dsp:cNvPr id="0" name=""/>
        <dsp:cNvSpPr/>
      </dsp:nvSpPr>
      <dsp:spPr>
        <a:xfrm>
          <a:off x="4064000" y="1963109"/>
          <a:ext cx="981447" cy="340667"/>
        </a:xfrm>
        <a:custGeom>
          <a:avLst/>
          <a:gdLst/>
          <a:ahLst/>
          <a:cxnLst/>
          <a:rect l="0" t="0" r="0" b="0"/>
          <a:pathLst>
            <a:path>
              <a:moveTo>
                <a:pt x="981447" y="0"/>
              </a:moveTo>
              <a:lnTo>
                <a:pt x="981447" y="170333"/>
              </a:lnTo>
              <a:lnTo>
                <a:pt x="0" y="170333"/>
              </a:lnTo>
              <a:lnTo>
                <a:pt x="0" y="34066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5B63AE-3B8A-4491-B15B-77D06DB483C5}">
      <dsp:nvSpPr>
        <dsp:cNvPr id="0" name=""/>
        <dsp:cNvSpPr/>
      </dsp:nvSpPr>
      <dsp:spPr>
        <a:xfrm>
          <a:off x="3370498" y="811328"/>
          <a:ext cx="1674948" cy="3406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333"/>
              </a:lnTo>
              <a:lnTo>
                <a:pt x="1674948" y="170333"/>
              </a:lnTo>
              <a:lnTo>
                <a:pt x="1674948" y="34066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BF76E9-9971-4AB5-8CA1-F2CB4C743BCE}">
      <dsp:nvSpPr>
        <dsp:cNvPr id="0" name=""/>
        <dsp:cNvSpPr/>
      </dsp:nvSpPr>
      <dsp:spPr>
        <a:xfrm>
          <a:off x="1046658" y="1963109"/>
          <a:ext cx="243333" cy="7462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6224"/>
              </a:lnTo>
              <a:lnTo>
                <a:pt x="243333" y="74622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18B628-4F04-4EC3-B50A-796A2E347BBA}">
      <dsp:nvSpPr>
        <dsp:cNvPr id="0" name=""/>
        <dsp:cNvSpPr/>
      </dsp:nvSpPr>
      <dsp:spPr>
        <a:xfrm>
          <a:off x="1695549" y="811328"/>
          <a:ext cx="1674948" cy="340667"/>
        </a:xfrm>
        <a:custGeom>
          <a:avLst/>
          <a:gdLst/>
          <a:ahLst/>
          <a:cxnLst/>
          <a:rect l="0" t="0" r="0" b="0"/>
          <a:pathLst>
            <a:path>
              <a:moveTo>
                <a:pt x="1674948" y="0"/>
              </a:moveTo>
              <a:lnTo>
                <a:pt x="1674948" y="170333"/>
              </a:lnTo>
              <a:lnTo>
                <a:pt x="0" y="170333"/>
              </a:lnTo>
              <a:lnTo>
                <a:pt x="0" y="34066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23AF94-888C-4BBC-A1A1-300735653F79}">
      <dsp:nvSpPr>
        <dsp:cNvPr id="0" name=""/>
        <dsp:cNvSpPr/>
      </dsp:nvSpPr>
      <dsp:spPr>
        <a:xfrm>
          <a:off x="2559384" y="215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Controlgroup1</a:t>
          </a:r>
        </a:p>
      </dsp:txBody>
      <dsp:txXfrm>
        <a:off x="2559384" y="215"/>
        <a:ext cx="1622226" cy="811113"/>
      </dsp:txXfrm>
    </dsp:sp>
    <dsp:sp modelId="{29DD33DB-B60C-4A8C-9DF5-F599BD8F813D}">
      <dsp:nvSpPr>
        <dsp:cNvPr id="0" name=""/>
        <dsp:cNvSpPr/>
      </dsp:nvSpPr>
      <dsp:spPr>
        <a:xfrm>
          <a:off x="884435" y="1151995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Table 1</a:t>
          </a:r>
        </a:p>
      </dsp:txBody>
      <dsp:txXfrm>
        <a:off x="884435" y="1151995"/>
        <a:ext cx="1622226" cy="811113"/>
      </dsp:txXfrm>
    </dsp:sp>
    <dsp:sp modelId="{5B082D8D-4E45-46BE-AC37-E12E8CBBBE85}">
      <dsp:nvSpPr>
        <dsp:cNvPr id="0" name=""/>
        <dsp:cNvSpPr/>
      </dsp:nvSpPr>
      <dsp:spPr>
        <a:xfrm>
          <a:off x="1289992" y="2303776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 err="1"/>
            <a:t>No</a:t>
          </a:r>
          <a:r>
            <a:rPr lang="de-DE" sz="1600" kern="1200" dirty="0"/>
            <a:t> </a:t>
          </a:r>
          <a:r>
            <a:rPr lang="de-DE" sz="1600" kern="1200" dirty="0" err="1"/>
            <a:t>dosis</a:t>
          </a:r>
          <a:endParaRPr lang="de-DE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 err="1"/>
            <a:t>Labvaluecount</a:t>
          </a:r>
          <a:r>
            <a:rPr lang="de-DE" sz="1600" kern="1200" dirty="0"/>
            <a:t>=1-2</a:t>
          </a:r>
        </a:p>
      </dsp:txBody>
      <dsp:txXfrm>
        <a:off x="1289992" y="2303776"/>
        <a:ext cx="1622226" cy="811113"/>
      </dsp:txXfrm>
    </dsp:sp>
    <dsp:sp modelId="{40BD083B-8A0D-4431-A06C-8DEDFF8E7FA2}">
      <dsp:nvSpPr>
        <dsp:cNvPr id="0" name=""/>
        <dsp:cNvSpPr/>
      </dsp:nvSpPr>
      <dsp:spPr>
        <a:xfrm>
          <a:off x="4234333" y="1151996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Table 2</a:t>
          </a:r>
        </a:p>
      </dsp:txBody>
      <dsp:txXfrm>
        <a:off x="4234333" y="1151996"/>
        <a:ext cx="1622226" cy="811113"/>
      </dsp:txXfrm>
    </dsp:sp>
    <dsp:sp modelId="{B5693C1F-5345-4403-8E9C-A07AD8E0753E}">
      <dsp:nvSpPr>
        <dsp:cNvPr id="0" name=""/>
        <dsp:cNvSpPr/>
      </dsp:nvSpPr>
      <dsp:spPr>
        <a:xfrm>
          <a:off x="3252886" y="2303776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With </a:t>
          </a:r>
          <a:r>
            <a:rPr lang="de-DE" sz="1600" kern="1200" dirty="0" err="1"/>
            <a:t>dosis</a:t>
          </a:r>
          <a:endParaRPr lang="de-DE" sz="1600" kern="1200" dirty="0"/>
        </a:p>
      </dsp:txBody>
      <dsp:txXfrm>
        <a:off x="3252886" y="2303776"/>
        <a:ext cx="1622226" cy="811113"/>
      </dsp:txXfrm>
    </dsp:sp>
    <dsp:sp modelId="{3B683D21-06CF-4BE1-B54A-679C1E352D7C}">
      <dsp:nvSpPr>
        <dsp:cNvPr id="0" name=""/>
        <dsp:cNvSpPr/>
      </dsp:nvSpPr>
      <dsp:spPr>
        <a:xfrm>
          <a:off x="3658443" y="3455557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 err="1"/>
            <a:t>Labvaluecount</a:t>
          </a:r>
          <a:r>
            <a:rPr lang="de-DE" sz="1600" kern="1200" dirty="0"/>
            <a:t>=1-2</a:t>
          </a:r>
        </a:p>
      </dsp:txBody>
      <dsp:txXfrm>
        <a:off x="3658443" y="3455557"/>
        <a:ext cx="1622226" cy="811113"/>
      </dsp:txXfrm>
    </dsp:sp>
    <dsp:sp modelId="{A20687B0-9008-4D10-80D7-83CD102742A2}">
      <dsp:nvSpPr>
        <dsp:cNvPr id="0" name=""/>
        <dsp:cNvSpPr/>
      </dsp:nvSpPr>
      <dsp:spPr>
        <a:xfrm>
          <a:off x="3658443" y="4607338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Labvaluecount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≥3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(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with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 + 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without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 time 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information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)</a:t>
          </a:r>
          <a:endParaRPr lang="de-DE" sz="1600" kern="1200" dirty="0"/>
        </a:p>
      </dsp:txBody>
      <dsp:txXfrm>
        <a:off x="3658443" y="4607338"/>
        <a:ext cx="1622226" cy="811113"/>
      </dsp:txXfrm>
    </dsp:sp>
    <dsp:sp modelId="{BB96F134-BFAD-42AB-BC90-73532D4D1C40}">
      <dsp:nvSpPr>
        <dsp:cNvPr id="0" name=""/>
        <dsp:cNvSpPr/>
      </dsp:nvSpPr>
      <dsp:spPr>
        <a:xfrm>
          <a:off x="5215780" y="2303776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 err="1"/>
            <a:t>No</a:t>
          </a:r>
          <a:r>
            <a:rPr lang="de-DE" sz="1600" kern="1200" dirty="0"/>
            <a:t> </a:t>
          </a:r>
          <a:r>
            <a:rPr lang="de-DE" sz="1600" kern="1200" dirty="0" err="1"/>
            <a:t>dosis</a:t>
          </a:r>
          <a:endParaRPr lang="de-DE" sz="1600" kern="1200" dirty="0"/>
        </a:p>
      </dsp:txBody>
      <dsp:txXfrm>
        <a:off x="5215780" y="2303776"/>
        <a:ext cx="1622226" cy="811113"/>
      </dsp:txXfrm>
    </dsp:sp>
    <dsp:sp modelId="{25696F1E-A894-48BE-B66A-B703B90F484A}">
      <dsp:nvSpPr>
        <dsp:cNvPr id="0" name=""/>
        <dsp:cNvSpPr/>
      </dsp:nvSpPr>
      <dsp:spPr>
        <a:xfrm>
          <a:off x="5621337" y="3455557"/>
          <a:ext cx="1622226" cy="811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Labvaluecount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≥3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(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with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 + 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without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 time </a:t>
          </a:r>
          <a:r>
            <a:rPr lang="de-DE" sz="1600" kern="1200" dirty="0" err="1">
              <a:latin typeface="Calibri" panose="020F0502020204030204" pitchFamily="34" charset="0"/>
              <a:cs typeface="Calibri" panose="020F0502020204030204" pitchFamily="34" charset="0"/>
            </a:rPr>
            <a:t>information</a:t>
          </a:r>
          <a:r>
            <a:rPr lang="de-DE" sz="1600" kern="1200" dirty="0">
              <a:latin typeface="Calibri" panose="020F0502020204030204" pitchFamily="34" charset="0"/>
              <a:cs typeface="Calibri" panose="020F0502020204030204" pitchFamily="34" charset="0"/>
            </a:rPr>
            <a:t>)</a:t>
          </a:r>
          <a:endParaRPr lang="de-DE" sz="1600" kern="1200" dirty="0"/>
        </a:p>
      </dsp:txBody>
      <dsp:txXfrm>
        <a:off x="5621337" y="3455557"/>
        <a:ext cx="1622226" cy="8111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F7AD12-B363-9951-46F7-61801FF49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F3DAB6-785A-2F61-ED4F-915D468F22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AC3CD1-513C-C3D4-AE39-E1C7AE86E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96AF-0185-405F-B212-9A90070D3EF3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A30501-940D-FB2B-A6D0-C314E00F5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F013DA2-7A52-5432-B5F9-1D7BB56A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CD784-4CF1-401B-80F5-0C1DF2A63D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7348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895B13-3C2F-663F-0474-9E485858E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882572-2CF8-7797-69C6-7737E8266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CB92D1-D989-01BF-803B-CC79A4B5A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96AF-0185-405F-B212-9A90070D3EF3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2E742E3-FA5F-A39E-ACF9-C3B9CDE4E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1C334B-5729-A98E-A058-BADAA0DDE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CD784-4CF1-401B-80F5-0C1DF2A63D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1760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BAF073-4B11-CED2-F7AF-A7065652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882C19-BBFC-4999-6853-0E6E094CB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DB1A73-1C24-08F8-590D-8B20BB4BD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96AF-0185-405F-B212-9A90070D3EF3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887C2B-759B-008F-47DD-AB2599B8B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9212C8-DEBE-37AB-D14D-C678F833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CD784-4CF1-401B-80F5-0C1DF2A63D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19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B4728A-93D2-2C3F-0C7E-E4175269D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0D9461-7927-1945-B9D9-830647876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35AEB80-8E20-2A17-2C00-CE6205DF8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3ADE8F0-FDC1-F963-20C4-E79D443E6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96AF-0185-405F-B212-9A90070D3EF3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B06E6D-B69B-8523-D6E1-1826ED1C9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7FCBFB-D149-1D43-3BAC-54CA52280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CD784-4CF1-401B-80F5-0C1DF2A63D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5545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F4369E-4CAC-01D8-5894-6E64F57B3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C69495-B028-425C-3F04-FAEFAC6AA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EB338DA-59F3-E626-3DC7-96EB32C71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919538C-0F5A-86F2-0C3B-4E669233B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C51976E-BC30-E544-7AED-58131F3CB8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7C361EE-EC05-AAB0-42ED-B43DA01C7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96AF-0185-405F-B212-9A90070D3EF3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2FD4AEC-E5D1-13CA-1046-932BE52BD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802A151-272C-98D9-E4E9-6C1B3D1F4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CD784-4CF1-401B-80F5-0C1DF2A63D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6698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94C6E0-E0AA-7C5A-5E27-42CE4869C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D94EE78-1845-9E29-1314-126C9C77C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96AF-0185-405F-B212-9A90070D3EF3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8626F4B-B592-309B-7D20-2D671C02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E557A04-B084-E3AF-9131-A239DEAC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CD784-4CF1-401B-80F5-0C1DF2A63D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036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0A6D8FF-210A-2050-3910-EE6A8450C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96AF-0185-405F-B212-9A90070D3EF3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952B531-B947-6887-FE3F-943490A64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75D438-4395-DC4C-85C0-5C994E2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CD784-4CF1-401B-80F5-0C1DF2A63D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2605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35FE5D-F930-FA4C-00AF-6E08C6ABB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662807-1940-A7DC-8F06-05E92A1B7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8D8D1A-0416-258C-E642-8DE6CE270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498CA0-A936-D7F4-C5C8-6BFA4F5B6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96AF-0185-405F-B212-9A90070D3EF3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F54AD1-FD12-825D-774A-AD5C8A6DC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8F55A20-DF57-B148-E3D2-427B3CE8A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CD784-4CF1-401B-80F5-0C1DF2A63D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4174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94BDFA-2311-AFBE-D827-A06D06AA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C563E9A-655C-2A5A-658D-011DA4DC41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DEF1AA1-55A7-98C9-48F9-73B9E0202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9BF3256-1432-93CB-1330-A47FC49C1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96AF-0185-405F-B212-9A90070D3EF3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C5CD55-18FC-F8E5-183F-627A570AE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2E2C03E-4971-3782-879D-F57DDD37D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CD784-4CF1-401B-80F5-0C1DF2A63D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0326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1F46AA-908D-4966-2D25-F38D6EF9C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2B82E3-4F23-54B2-2AD0-30F036D8C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E8F52E-7AEE-398D-0A3E-C91C2880A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96AF-0185-405F-B212-9A90070D3EF3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E37B07-150E-6E81-ECB4-314524935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F5A3B8B-AEAE-78C0-D616-FA52CEAFA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CD784-4CF1-401B-80F5-0C1DF2A63D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019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BE0AECF-CF65-690D-285B-7B1D3C3D27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AEC4235-4F0A-C951-0DDC-2C1ACAAAA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2F6C34-F334-2E11-C2D7-70284C1D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96AF-0185-405F-B212-9A90070D3EF3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EADFA7-9A2F-B673-2DC7-A7F2FD934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12DC61-11F9-146B-3D63-5D7432359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CD784-4CF1-401B-80F5-0C1DF2A63D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0345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418C014-4D79-42A1-0037-01EEC42DE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B4B2F8-3FF5-65F4-D9FA-3CAB9DBD5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F541A9-0766-4043-9B96-9C1BCF80FA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796AF-0185-405F-B212-9A90070D3EF3}" type="datetimeFigureOut">
              <a:rPr lang="de-DE" smtClean="0"/>
              <a:t>31.07.2024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E5F03A-4070-8F26-5442-286AC824F6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93063C-E8BF-2338-875D-E4DCD6909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8CD784-4CF1-401B-80F5-0C1DF2A63D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4708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 4">
            <a:extLst>
              <a:ext uri="{FF2B5EF4-FFF2-40B4-BE49-F238E27FC236}">
                <a16:creationId xmlns:a16="http://schemas.microsoft.com/office/drawing/2014/main" id="{75D83B47-E9A2-AECF-C107-015EF2F955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3691635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7678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59E8DBC6-8274-C31E-B48B-B7903A8103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8130034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9536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Breitbild</PresentationFormat>
  <Paragraphs>19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1</cp:revision>
  <dcterms:created xsi:type="dcterms:W3CDTF">2024-07-31T18:13:08Z</dcterms:created>
  <dcterms:modified xsi:type="dcterms:W3CDTF">2024-07-31T18:13:40Z</dcterms:modified>
</cp:coreProperties>
</file>