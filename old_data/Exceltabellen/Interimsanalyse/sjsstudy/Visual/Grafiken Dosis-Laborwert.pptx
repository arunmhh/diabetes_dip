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4" r:id="rId4"/>
    <p:sldId id="263" r:id="rId5"/>
    <p:sldId id="257" r:id="rId6"/>
    <p:sldId id="269" r:id="rId7"/>
    <p:sldId id="273" r:id="rId8"/>
    <p:sldId id="261" r:id="rId9"/>
    <p:sldId id="272" r:id="rId10"/>
    <p:sldId id="267" r:id="rId11"/>
    <p:sldId id="270" r:id="rId12"/>
    <p:sldId id="259" r:id="rId13"/>
    <p:sldId id="258" r:id="rId14"/>
    <p:sldId id="262" r:id="rId15"/>
    <p:sldId id="268" r:id="rId16"/>
    <p:sldId id="266" r:id="rId17"/>
    <p:sldId id="265" r:id="rId18"/>
    <p:sldId id="271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3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3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4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7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3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9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5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2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24C5C-FCEF-4B38-BCAA-17B0088D4AD3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78D39-D486-4907-9996-B8C2737451E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1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Grafiken Dosis-Laborwert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Inhaltsplatzhalter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58" y="1889956"/>
            <a:ext cx="5119999" cy="4480000"/>
          </a:xfr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800" y="1889956"/>
            <a:ext cx="5120000" cy="4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125366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3690641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Inhaltsplatzhalt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341035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365466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129010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295732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126636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247712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2095782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886500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673393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222787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4011214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3711030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3755006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2598899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21" y="1825625"/>
            <a:ext cx="4972957" cy="4351338"/>
          </a:xfrm>
        </p:spPr>
      </p:pic>
    </p:spTree>
    <p:extLst>
      <p:ext uri="{BB962C8B-B14F-4D97-AF65-F5344CB8AC3E}">
        <p14:creationId xmlns:p14="http://schemas.microsoft.com/office/powerpoint/2010/main" val="2813268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1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</vt:lpstr>
      <vt:lpstr>Grafiken Dosis-Laborwert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MHH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Grafiken Dosis-Laborwert</dc:title>
  <dc:creator>Kumar, Arun</dc:creator>
  <cp:lastModifiedBy>Kumar, Arun</cp:lastModifiedBy>
  <cp:revision>2</cp:revision>
  <dcterms:created xsi:type="dcterms:W3CDTF">2023-06-22T08:36:09Z</dcterms:created>
  <dcterms:modified xsi:type="dcterms:W3CDTF">2023-06-22T08:37:42Z</dcterms:modified>
</cp:coreProperties>
</file>