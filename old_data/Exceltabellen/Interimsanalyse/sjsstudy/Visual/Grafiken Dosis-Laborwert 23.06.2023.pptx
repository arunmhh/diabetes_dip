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15BD62-63EA-36C9-5367-E4C119DE5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CCB6BD1-233C-1BA9-2C11-9A836132E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FFD230-CACB-F136-8F53-C71C671EE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757FC-CBCE-42FC-B62B-808FC2FC053B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2AC345-6D1B-F8AA-D553-F06B58DED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DC5AAC-2BE3-A6B6-33C6-5C4F6727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A685-7013-45A5-B855-0F066BD19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2482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409E94-CBB0-74A0-C896-B64A0972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11C7A7-8F9C-E7E6-50E8-28C2DAFC6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806DFA-DEC7-FF35-E6B2-9C3AD479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757FC-CBCE-42FC-B62B-808FC2FC053B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0006FA-49D9-2BE2-8CFB-34D83CC8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C0DDF1-968B-D531-7BB9-2842A62B8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A685-7013-45A5-B855-0F066BD19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5235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855996-EFE7-89C9-672C-3DC7F4389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F93807-058F-9CC1-3348-C7296E9B7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9401B3-97CA-6B1E-660E-88302D4A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757FC-CBCE-42FC-B62B-808FC2FC053B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72A14E-9123-3003-57BF-740EE38C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7A2BCA-67B2-DA21-4D27-5A16D0B3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A685-7013-45A5-B855-0F066BD19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5917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C921C3-1159-302B-0D91-CEE467E6A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649B6E-91CA-5003-16EC-F3CBA5C69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A943AE5-AE46-FD35-0256-EAC2D53E2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611D406-D19A-CCDA-A93C-1826CD33F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757FC-CBCE-42FC-B62B-808FC2FC053B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CE0C3FC-6E8D-BB17-3411-8EE72E398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9EE08D2-F190-801C-F175-6F1BECD5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A685-7013-45A5-B855-0F066BD19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438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FF51D9-B62D-3431-FABB-23714FFE8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073D1D-7CC3-682E-4DFF-7CF48C795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CB6163-F35F-C3B4-402F-3C88C7508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8BF09AA-540D-CF8B-F583-B49C95C865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5071431-5676-A04E-5CA2-DCD550E118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2530B26-9970-85C5-BCD4-B534B1612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757FC-CBCE-42FC-B62B-808FC2FC053B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872CE68-0FE3-C0BD-12C9-8F666A12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798B943-AD25-F86A-7C14-0E0D0DA5D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A685-7013-45A5-B855-0F066BD19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180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2DCA34-DDA3-29F4-C1FF-D98122C1E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3BAF53F-F3BB-227A-63C3-1BF6B3384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757FC-CBCE-42FC-B62B-808FC2FC053B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F85FD4-0D96-ECF5-C802-DC6C3EAE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289EFFC-58D2-1ED5-19F1-DB4E1166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A685-7013-45A5-B855-0F066BD19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774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62E9114-4E1A-8BE6-50A6-B2E06B3B4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757FC-CBCE-42FC-B62B-808FC2FC053B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8FA016D-D641-603C-923D-F99CE1F4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0A14B7-FC8E-F14B-A325-F6491852B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A685-7013-45A5-B855-0F066BD19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7053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8D9437-00F9-3C44-1C4E-665878F03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3A8FCA-4684-CF99-3CE4-BCDB85DEC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F9B6A0-A225-BA69-DAFF-FF6A15A17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2C4C6B-CD89-5042-80B2-420DFAE49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757FC-CBCE-42FC-B62B-808FC2FC053B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7B57FF-47DD-7C5C-416F-7D562842F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141966-53AE-83FD-B33E-B1C4C92A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A685-7013-45A5-B855-0F066BD19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6149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A051DD-54D6-6094-54E2-727752A1D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8DA79F9-E371-80A9-D1EB-7EFC38BC9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D2C832E-93A4-AEEE-3266-95F306F34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26EAC3A-F40E-19F7-817A-5D853AA22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757FC-CBCE-42FC-B62B-808FC2FC053B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BD94C5-D533-A352-5784-3ACE9024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372036-1895-F264-79B3-37C295F48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A685-7013-45A5-B855-0F066BD19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8434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1BD398-A891-7C23-AAE8-167FFE0FF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797C927-08A4-D3C4-A2A7-E22EE7995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20F586-9DC2-3D2B-E4ED-8A6157AA6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757FC-CBCE-42FC-B62B-808FC2FC053B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731E11-7864-CE02-22F6-1BD768C6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2C615C-3764-84D5-0244-33D30899D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A685-7013-45A5-B855-0F066BD19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845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26F2F65-333D-CE9A-0D67-D580DFFA1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7395F8-7553-2A3C-E8A9-1C102F7E0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8AF75A-B252-ABB5-3D31-A88B4979C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757FC-CBCE-42FC-B62B-808FC2FC053B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D2B599-B788-DF32-445D-3C222BC7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075D23-B2C9-BA54-D403-FACF8127B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7A685-7013-45A5-B855-0F066BD19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360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F84613-78C7-828A-72DE-1D4A981F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A80825-2D3E-E0F6-9A33-FD0A15BCD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304C5A-2965-0D34-F72A-9B95B5E23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757FC-CBCE-42FC-B62B-808FC2FC053B}" type="datetimeFigureOut">
              <a:rPr lang="de-DE" smtClean="0"/>
              <a:t>23.06.2023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9AC9A8-BBB0-BE67-6F40-64E2C9B46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5B5F05-50E4-F5E2-917C-6D1071F33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7A685-7013-45A5-B855-0F066BD192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66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4178A05-ACF8-0A9B-4162-E41E84423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657" y="907295"/>
            <a:ext cx="2509723" cy="2196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C97B30A-6E7C-6DAA-C66E-A53FEEA26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225" y="4013765"/>
            <a:ext cx="2509723" cy="2196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A563883-1255-FBCC-BA57-FB000FF24F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225" y="825942"/>
            <a:ext cx="2509723" cy="2196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7926359-09B4-382A-B78B-B56351B653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189" y="4013765"/>
            <a:ext cx="2509723" cy="21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45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4D86F69-1A0C-77C3-AEEB-65D460EA4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740" y="297000"/>
            <a:ext cx="3579416" cy="3132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D129B2D-4F01-1298-E130-8CCD2EDA4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740" y="3550374"/>
            <a:ext cx="3579416" cy="3132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B530426-8BD7-9FCF-D2D2-ECD5312730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529" y="3429000"/>
            <a:ext cx="3579416" cy="3132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4E51583-31C1-25EC-8067-727EBD9F8D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529" y="297000"/>
            <a:ext cx="3579416" cy="31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839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0F792C5-169D-2F9E-3493-A1EB5983F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228593"/>
            <a:ext cx="3347057" cy="292867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F4DEFF6-521E-D5CD-ADEB-DD59F8B42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180" y="3428999"/>
            <a:ext cx="3347057" cy="292867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37CFFCF-3B9B-8734-1FD4-0BFDFF2E75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181" y="228593"/>
            <a:ext cx="3347057" cy="292867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D259564-0FAC-0684-118F-F9C0C300A3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3429000"/>
            <a:ext cx="3347057" cy="29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00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2B32A6C-2370-39E7-5E99-0446FC9BC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228594"/>
            <a:ext cx="3041435" cy="266125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C4E3C24-C5E3-5FFF-2094-D8109A74A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3636028"/>
            <a:ext cx="3041435" cy="266125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523C611-4415-937F-FBFF-EFFD815F59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313" y="228594"/>
            <a:ext cx="3041435" cy="266125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1F4FDF5-0551-1027-3399-11A8479624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433" y="3429000"/>
            <a:ext cx="3357317" cy="293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90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CAD108C-3E6B-F92B-EEED-B55F6D872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344" y="288979"/>
            <a:ext cx="3554090" cy="310982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8D08B6A-470A-EA46-F081-3EE0AA81E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344" y="3532510"/>
            <a:ext cx="3554090" cy="310982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3B50174-9724-54AF-3117-838F231662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762" y="1977595"/>
            <a:ext cx="3554090" cy="310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52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971B1DA-9A97-2509-5EEF-94B7BD29B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453" y="219967"/>
            <a:ext cx="3494938" cy="305807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00EC54C-8B6C-1160-5B57-996AA40E43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579962"/>
            <a:ext cx="3494938" cy="305807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F1184D3-471A-CCF3-E75B-76C41B787E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453" y="3579962"/>
            <a:ext cx="3494938" cy="305807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0780D3B-F664-787F-B895-0C65B766CE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9966"/>
            <a:ext cx="3494938" cy="305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78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255A321-F8A4-A1FE-2756-3A7E2FB5D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788" y="459346"/>
            <a:ext cx="3455503" cy="302356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9341EFB-3E3E-028B-74DC-68C80CFF1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497" y="3696412"/>
            <a:ext cx="3455503" cy="302356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0FCD0A7-36E0-5D98-0F6B-A5BBF153D8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60" y="405435"/>
            <a:ext cx="3455503" cy="302356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40FC417-651E-3915-C4FB-0603C5DE11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59" y="3696412"/>
            <a:ext cx="3455503" cy="302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21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FE802A6-6D87-C09D-F66F-C2D10E04F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228593"/>
            <a:ext cx="7315215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00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lw-r</dc:creator>
  <cp:lastModifiedBy>lw-r</cp:lastModifiedBy>
  <cp:revision>1</cp:revision>
  <dcterms:created xsi:type="dcterms:W3CDTF">2023-06-23T11:12:32Z</dcterms:created>
  <dcterms:modified xsi:type="dcterms:W3CDTF">2023-06-23T11:13:15Z</dcterms:modified>
</cp:coreProperties>
</file>