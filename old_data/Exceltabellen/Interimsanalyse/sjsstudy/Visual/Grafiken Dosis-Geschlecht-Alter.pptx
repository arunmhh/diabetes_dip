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0B311-75FB-7CE8-45A4-56BF39B99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0B8DFD-9A25-4CDF-BC2F-08555AB54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29593C-DC3B-8068-45AB-E8FA31FC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8550-E113-449C-A4AF-C338C36440A7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E1F2C5-A842-51F1-A5CA-15A7966A4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71778B-CAC5-A6F7-1638-95762CBCD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52BA-E2F4-4513-A110-E2BF17165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743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11957E-D306-5F9B-9774-8E95E7FC8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F51749-01F8-5D15-4889-DB4154001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D7F6BB-5FD9-9FFF-902E-C8EB746F4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8550-E113-449C-A4AF-C338C36440A7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03BF77-DE55-4F44-9757-12E57F22C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0DF92C-5B61-7528-8FB5-F17218C9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52BA-E2F4-4513-A110-E2BF17165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508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C8C6D0-950B-DC16-8C80-114CAA76B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773635-65F4-C8B6-75AB-4B377373F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0AAB5D-5906-A214-D679-0A6C3249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8550-E113-449C-A4AF-C338C36440A7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814E94-0E53-4C56-53DB-443EBF55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6A0350-54B0-8653-68D1-7C14389DC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52BA-E2F4-4513-A110-E2BF17165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412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1C914-A6E5-6A51-2DFC-B9815DD4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6D9632-93AF-C438-3832-F4CC564E80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4E877F-486B-5248-A7B4-80C434CD5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B50CCB-E86B-50B6-8B3D-EEDE0A0FF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8550-E113-449C-A4AF-C338C36440A7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1899FE-5B3E-65FE-C959-575B973F5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9BE707-8083-A3C6-26EA-EF52D64F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52BA-E2F4-4513-A110-E2BF17165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65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AB422-B8FD-C44F-58F9-8AEF2D6A1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1A6DB2-93B9-CF60-682D-C672FD041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E3BC91D-9769-7569-AB04-CF2504F6E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D65794-6118-27B2-C79A-DB5E3EA7C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F39DD89-AF9C-1681-B682-E6201F00C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0D0094C-802B-AFB9-A293-94C77447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8550-E113-449C-A4AF-C338C36440A7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429405E-44E8-06AA-AEC0-B10908731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AEED20D-E43B-CE15-CEA4-CF8CEACDB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52BA-E2F4-4513-A110-E2BF17165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8402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140BB9-608D-D06D-544F-59C851B8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1E9B4B1-A49A-5C52-6B4E-7E814A0C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8550-E113-449C-A4AF-C338C36440A7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48C25D-EC72-3EF7-DEA9-0FAACE6BF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29F682-6F33-A07F-1CDF-0AF0EC09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52BA-E2F4-4513-A110-E2BF17165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8460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C9C917E-35D8-F8F5-E522-3AF9CC63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8550-E113-449C-A4AF-C338C36440A7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414750F-8ACB-B6D6-B5D7-6A1343CD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A3214C-C68A-9E77-AFAE-96C28CCE8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52BA-E2F4-4513-A110-E2BF17165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6403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08FBA-BE07-0F97-1E3E-CC525E9F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54AE6A-8039-D6C2-BF98-0B169E98C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1AFC7A9-6ADF-3F26-EF7E-F79545944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0B48B9-4649-CEF6-28EB-C72172FC4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8550-E113-449C-A4AF-C338C36440A7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2E72A86-31F0-8A2C-F29E-EDA8DB2AA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E4A73E-E796-73AD-1365-344FEA94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52BA-E2F4-4513-A110-E2BF17165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156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29CF74-58D3-BCC8-71DB-65BAFF6AF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2007611-487B-E27D-D64B-9E0C49644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D3EC3D-7365-8859-3D60-CBFC3BB33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E27ABD-7347-0A0F-56B7-8EB4C602B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8550-E113-449C-A4AF-C338C36440A7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F009FF-89C3-98C6-35BA-8FE343D9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E0A96E-2ED6-4B0A-4D53-106C71383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52BA-E2F4-4513-A110-E2BF17165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19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70501F-6A8A-5B1B-7611-825EE273B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2E256E1-E2DD-22C3-59F3-F80669A0B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CBAB5A-8D93-1B6D-AA9F-69CC68D3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8550-E113-449C-A4AF-C338C36440A7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275E95-D67C-2F96-1809-0AF93496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B2A27C-5A4A-7E4B-3780-3A28053BB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52BA-E2F4-4513-A110-E2BF17165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440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077E388-2D8B-294F-0083-1FB91FC89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784127-F35F-3235-7C07-6D7C8224F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DA17FD-50D0-7CB4-3ADB-61AD6AA9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8550-E113-449C-A4AF-C338C36440A7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18C1E6-39C4-66D0-96BE-76411A12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84DBB3-3DC2-55AE-8A2C-DD64271E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252BA-E2F4-4513-A110-E2BF17165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607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BA0F71-7451-3F0B-9871-99C7C19B8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44436A-4444-FB66-FA92-72DBAA67B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89388A-B65A-2016-E0FF-89D4FD9D4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08550-E113-449C-A4AF-C338C36440A7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6FACE9-D8B2-1A1E-427D-C1A4FB63E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743FF7-611D-3446-1F56-BD6B2B25C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252BA-E2F4-4513-A110-E2BF17165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144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9BAA7484-C4B1-7E28-7884-1FB371232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61" y="1276702"/>
            <a:ext cx="4934316" cy="431752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425644B-49AB-D4C0-A175-ACEBFADE8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04" y="1276702"/>
            <a:ext cx="4934316" cy="431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9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003C3A0-F5BA-DA78-A257-F21A41F9C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83" y="1248670"/>
            <a:ext cx="5267047" cy="460866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28F7B93-EBB4-F93A-740E-F364E58B3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43" y="1248670"/>
            <a:ext cx="5267047" cy="460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43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449986A-EAB9-0785-1F83-F3D9E69B3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928" y="927332"/>
            <a:ext cx="5480657" cy="47955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BB9ACD0-0791-DB2E-C9D7-2DEDB4F64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15" y="927333"/>
            <a:ext cx="5480657" cy="47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28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9F9AB65E-878E-51E7-6794-F9F96F15C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228593"/>
            <a:ext cx="7315215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89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0436517-B962-8780-069D-FF3616B2E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228593"/>
            <a:ext cx="7315215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7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lw-r</dc:creator>
  <cp:lastModifiedBy>lw-r</cp:lastModifiedBy>
  <cp:revision>3</cp:revision>
  <dcterms:created xsi:type="dcterms:W3CDTF">2023-06-23T13:11:51Z</dcterms:created>
  <dcterms:modified xsi:type="dcterms:W3CDTF">2023-06-23T15:40:41Z</dcterms:modified>
</cp:coreProperties>
</file>